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6"/>
  </p:notesMasterIdLst>
  <p:handoutMasterIdLst>
    <p:handoutMasterId r:id="rId47"/>
  </p:handoutMasterIdLst>
  <p:sldIdLst>
    <p:sldId id="1585" r:id="rId3"/>
    <p:sldId id="1542" r:id="rId4"/>
    <p:sldId id="1589" r:id="rId5"/>
    <p:sldId id="1590" r:id="rId6"/>
    <p:sldId id="1591" r:id="rId7"/>
    <p:sldId id="1592" r:id="rId8"/>
    <p:sldId id="1374" r:id="rId9"/>
    <p:sldId id="1587" r:id="rId10"/>
    <p:sldId id="1588" r:id="rId11"/>
    <p:sldId id="1401" r:id="rId12"/>
    <p:sldId id="256" r:id="rId13"/>
    <p:sldId id="403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1586" r:id="rId25"/>
    <p:sldId id="475" r:id="rId26"/>
    <p:sldId id="476" r:id="rId27"/>
    <p:sldId id="477" r:id="rId28"/>
    <p:sldId id="478" r:id="rId29"/>
    <p:sldId id="479" r:id="rId30"/>
    <p:sldId id="481" r:id="rId31"/>
    <p:sldId id="482" r:id="rId32"/>
    <p:sldId id="483" r:id="rId33"/>
    <p:sldId id="484" r:id="rId34"/>
    <p:sldId id="485" r:id="rId35"/>
    <p:sldId id="486" r:id="rId36"/>
    <p:sldId id="487" r:id="rId37"/>
    <p:sldId id="488" r:id="rId38"/>
    <p:sldId id="1593" r:id="rId39"/>
    <p:sldId id="489" r:id="rId40"/>
    <p:sldId id="490" r:id="rId41"/>
    <p:sldId id="491" r:id="rId42"/>
    <p:sldId id="492" r:id="rId43"/>
    <p:sldId id="493" r:id="rId44"/>
    <p:sldId id="494" r:id="rId45"/>
  </p:sldIdLst>
  <p:sldSz cx="12192000" cy="6858000"/>
  <p:notesSz cx="7010400" cy="92964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42226E-6E5F-4595-BA05-4F77FEF7E5F6}">
          <p14:sldIdLst>
            <p14:sldId id="1585"/>
            <p14:sldId id="1542"/>
            <p14:sldId id="1589"/>
          </p14:sldIdLst>
        </p14:section>
        <p14:section name="Untitled Section" id="{D881A7AF-B8E9-4CDD-81BB-B9ADDF0CCF5E}">
          <p14:sldIdLst>
            <p14:sldId id="1590"/>
            <p14:sldId id="1591"/>
            <p14:sldId id="1592"/>
            <p14:sldId id="1374"/>
            <p14:sldId id="1587"/>
            <p14:sldId id="1588"/>
            <p14:sldId id="1401"/>
            <p14:sldId id="256"/>
            <p14:sldId id="403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1586"/>
            <p14:sldId id="475"/>
            <p14:sldId id="476"/>
            <p14:sldId id="477"/>
            <p14:sldId id="478"/>
            <p14:sldId id="479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1593"/>
            <p14:sldId id="489"/>
            <p14:sldId id="490"/>
            <p14:sldId id="491"/>
            <p14:sldId id="492"/>
            <p14:sldId id="493"/>
            <p14:sldId id="4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accent1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7E54"/>
    <a:srgbClr val="FF3300"/>
    <a:srgbClr val="E0B6D1"/>
    <a:srgbClr val="FF9900"/>
    <a:srgbClr val="CC00CC"/>
    <a:srgbClr val="476B9F"/>
    <a:srgbClr val="FFFA00"/>
    <a:srgbClr val="FFFF00"/>
    <a:srgbClr val="ED7D31"/>
    <a:srgbClr val="5A2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B2995-78CF-4268-8D71-3E0F8BCB66BD}" v="151" dt="2026-02-18T18:20:37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00" autoAdjust="0"/>
  </p:normalViewPr>
  <p:slideViewPr>
    <p:cSldViewPr snapToGrid="0">
      <p:cViewPr varScale="1">
        <p:scale>
          <a:sx n="70" d="100"/>
          <a:sy n="70" d="100"/>
        </p:scale>
        <p:origin x="10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8" y="10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khtar" userId="24df8cbf-c4bb-4b0f-990a-c34b46f32809" providerId="ADAL" clId="{7B603757-AF4F-447D-9CF3-5B3B3781D1BD}"/>
    <pc:docChg chg="undo custSel addSld delSld modSld sldOrd modMainMaster addSection modSection">
      <pc:chgData name="Ahmed Akhtar" userId="24df8cbf-c4bb-4b0f-990a-c34b46f32809" providerId="ADAL" clId="{7B603757-AF4F-447D-9CF3-5B3B3781D1BD}" dt="2026-02-19T06:25:25.417" v="523" actId="20577"/>
      <pc:docMkLst>
        <pc:docMk/>
      </pc:docMkLst>
      <pc:sldChg chg="addSp delSp modSp mod modClrScheme chgLayout">
        <pc:chgData name="Ahmed Akhtar" userId="24df8cbf-c4bb-4b0f-990a-c34b46f32809" providerId="ADAL" clId="{7B603757-AF4F-447D-9CF3-5B3B3781D1BD}" dt="2026-02-16T23:18:00.664" v="48" actId="700"/>
        <pc:sldMkLst>
          <pc:docMk/>
          <pc:sldMk cId="2568833378" sldId="256"/>
        </pc:sldMkLst>
        <pc:spChg chg="mod ord">
          <ac:chgData name="Ahmed Akhtar" userId="24df8cbf-c4bb-4b0f-990a-c34b46f32809" providerId="ADAL" clId="{7B603757-AF4F-447D-9CF3-5B3B3781D1BD}" dt="2026-02-16T23:18:00.664" v="48" actId="700"/>
          <ac:spMkLst>
            <pc:docMk/>
            <pc:sldMk cId="2568833378" sldId="256"/>
            <ac:spMk id="2" creationId="{69EE0E39-5EEF-4182-93C4-E64C28F88A1F}"/>
          </ac:spMkLst>
        </pc:spChg>
      </pc:sldChg>
      <pc:sldChg chg="modSp mod modClrScheme chgLayout">
        <pc:chgData name="Ahmed Akhtar" userId="24df8cbf-c4bb-4b0f-990a-c34b46f32809" providerId="ADAL" clId="{7B603757-AF4F-447D-9CF3-5B3B3781D1BD}" dt="2026-02-16T22:36:19.123" v="36" actId="20577"/>
        <pc:sldMkLst>
          <pc:docMk/>
          <pc:sldMk cId="2919361814" sldId="471"/>
        </pc:sldMkLst>
        <pc:spChg chg="mod ord">
          <ac:chgData name="Ahmed Akhtar" userId="24df8cbf-c4bb-4b0f-990a-c34b46f32809" providerId="ADAL" clId="{7B603757-AF4F-447D-9CF3-5B3B3781D1BD}" dt="2026-02-16T22:36:19.123" v="36" actId="20577"/>
          <ac:spMkLst>
            <pc:docMk/>
            <pc:sldMk cId="2919361814" sldId="471"/>
            <ac:spMk id="2" creationId="{00000000-0000-0000-0000-000000000000}"/>
          </ac:spMkLst>
        </pc:spChg>
        <pc:spChg chg="mod ord">
          <ac:chgData name="Ahmed Akhtar" userId="24df8cbf-c4bb-4b0f-990a-c34b46f32809" providerId="ADAL" clId="{7B603757-AF4F-447D-9CF3-5B3B3781D1BD}" dt="2026-02-16T22:30:06.918" v="24" actId="700"/>
          <ac:spMkLst>
            <pc:docMk/>
            <pc:sldMk cId="2919361814" sldId="471"/>
            <ac:spMk id="3" creationId="{00000000-0000-0000-0000-000000000000}"/>
          </ac:spMkLst>
        </pc:spChg>
        <pc:spChg chg="mod ord">
          <ac:chgData name="Ahmed Akhtar" userId="24df8cbf-c4bb-4b0f-990a-c34b46f32809" providerId="ADAL" clId="{7B603757-AF4F-447D-9CF3-5B3B3781D1BD}" dt="2026-02-16T22:30:06.918" v="24" actId="700"/>
          <ac:spMkLst>
            <pc:docMk/>
            <pc:sldMk cId="2919361814" sldId="471"/>
            <ac:spMk id="4" creationId="{00000000-0000-0000-0000-000000000000}"/>
          </ac:spMkLst>
        </pc:spChg>
      </pc:sldChg>
      <pc:sldChg chg="ord">
        <pc:chgData name="Ahmed Akhtar" userId="24df8cbf-c4bb-4b0f-990a-c34b46f32809" providerId="ADAL" clId="{7B603757-AF4F-447D-9CF3-5B3B3781D1BD}" dt="2026-02-17T07:09:37.061" v="403"/>
        <pc:sldMkLst>
          <pc:docMk/>
          <pc:sldMk cId="998166047" sldId="475"/>
        </pc:sldMkLst>
      </pc:sldChg>
      <pc:sldChg chg="modAnim">
        <pc:chgData name="Ahmed Akhtar" userId="24df8cbf-c4bb-4b0f-990a-c34b46f32809" providerId="ADAL" clId="{7B603757-AF4F-447D-9CF3-5B3B3781D1BD}" dt="2026-02-18T18:16:51.882" v="405"/>
        <pc:sldMkLst>
          <pc:docMk/>
          <pc:sldMk cId="2887132302" sldId="476"/>
        </pc:sldMkLst>
      </pc:sldChg>
      <pc:sldChg chg="addSp delSp modSp mod">
        <pc:chgData name="Ahmed Akhtar" userId="24df8cbf-c4bb-4b0f-990a-c34b46f32809" providerId="ADAL" clId="{7B603757-AF4F-447D-9CF3-5B3B3781D1BD}" dt="2026-02-18T18:21:58.467" v="410" actId="478"/>
        <pc:sldMkLst>
          <pc:docMk/>
          <pc:sldMk cId="665927483" sldId="478"/>
        </pc:sldMkLst>
        <pc:picChg chg="add del mod modCrop">
          <ac:chgData name="Ahmed Akhtar" userId="24df8cbf-c4bb-4b0f-990a-c34b46f32809" providerId="ADAL" clId="{7B603757-AF4F-447D-9CF3-5B3B3781D1BD}" dt="2026-02-18T18:21:58.467" v="410" actId="478"/>
          <ac:picMkLst>
            <pc:docMk/>
            <pc:sldMk cId="665927483" sldId="478"/>
            <ac:picMk id="3" creationId="{B76D5B64-0066-224C-460F-E8CAECED9637}"/>
          </ac:picMkLst>
        </pc:picChg>
        <pc:picChg chg="mod ord">
          <ac:chgData name="Ahmed Akhtar" userId="24df8cbf-c4bb-4b0f-990a-c34b46f32809" providerId="ADAL" clId="{7B603757-AF4F-447D-9CF3-5B3B3781D1BD}" dt="2026-02-18T18:19:46.107" v="407"/>
          <ac:picMkLst>
            <pc:docMk/>
            <pc:sldMk cId="665927483" sldId="478"/>
            <ac:picMk id="6" creationId="{00000000-0000-0000-0000-000000000000}"/>
          </ac:picMkLst>
        </pc:picChg>
      </pc:sldChg>
      <pc:sldChg chg="modSp mod">
        <pc:chgData name="Ahmed Akhtar" userId="24df8cbf-c4bb-4b0f-990a-c34b46f32809" providerId="ADAL" clId="{7B603757-AF4F-447D-9CF3-5B3B3781D1BD}" dt="2026-02-18T18:22:31.211" v="416" actId="1035"/>
        <pc:sldMkLst>
          <pc:docMk/>
          <pc:sldMk cId="1325970298" sldId="479"/>
        </pc:sldMkLst>
        <pc:spChg chg="mod">
          <ac:chgData name="Ahmed Akhtar" userId="24df8cbf-c4bb-4b0f-990a-c34b46f32809" providerId="ADAL" clId="{7B603757-AF4F-447D-9CF3-5B3B3781D1BD}" dt="2026-02-18T18:22:31.211" v="416" actId="1035"/>
          <ac:spMkLst>
            <pc:docMk/>
            <pc:sldMk cId="1325970298" sldId="479"/>
            <ac:spMk id="7" creationId="{00000000-0000-0000-0000-000000000000}"/>
          </ac:spMkLst>
        </pc:spChg>
      </pc:sldChg>
      <pc:sldChg chg="modSp mod">
        <pc:chgData name="Ahmed Akhtar" userId="24df8cbf-c4bb-4b0f-990a-c34b46f32809" providerId="ADAL" clId="{7B603757-AF4F-447D-9CF3-5B3B3781D1BD}" dt="2026-02-18T18:22:42.507" v="420" actId="1035"/>
        <pc:sldMkLst>
          <pc:docMk/>
          <pc:sldMk cId="4033379480" sldId="481"/>
        </pc:sldMkLst>
        <pc:spChg chg="mod">
          <ac:chgData name="Ahmed Akhtar" userId="24df8cbf-c4bb-4b0f-990a-c34b46f32809" providerId="ADAL" clId="{7B603757-AF4F-447D-9CF3-5B3B3781D1BD}" dt="2026-02-18T18:22:42.507" v="420" actId="1035"/>
          <ac:spMkLst>
            <pc:docMk/>
            <pc:sldMk cId="4033379480" sldId="481"/>
            <ac:spMk id="3" creationId="{00000000-0000-0000-0000-000000000000}"/>
          </ac:spMkLst>
        </pc:spChg>
      </pc:sldChg>
      <pc:sldChg chg="modSp mod">
        <pc:chgData name="Ahmed Akhtar" userId="24df8cbf-c4bb-4b0f-990a-c34b46f32809" providerId="ADAL" clId="{7B603757-AF4F-447D-9CF3-5B3B3781D1BD}" dt="2026-02-19T06:25:25.417" v="523" actId="20577"/>
        <pc:sldMkLst>
          <pc:docMk/>
          <pc:sldMk cId="1495553827" sldId="482"/>
        </pc:sldMkLst>
        <pc:graphicFrameChg chg="modGraphic">
          <ac:chgData name="Ahmed Akhtar" userId="24df8cbf-c4bb-4b0f-990a-c34b46f32809" providerId="ADAL" clId="{7B603757-AF4F-447D-9CF3-5B3B3781D1BD}" dt="2026-02-19T06:25:25.417" v="523" actId="20577"/>
          <ac:graphicFrameMkLst>
            <pc:docMk/>
            <pc:sldMk cId="1495553827" sldId="482"/>
            <ac:graphicFrameMk id="5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5:20.490" v="516" actId="20577"/>
        <pc:sldMkLst>
          <pc:docMk/>
          <pc:sldMk cId="1772260517" sldId="483"/>
        </pc:sldMkLst>
        <pc:graphicFrameChg chg="modGraphic">
          <ac:chgData name="Ahmed Akhtar" userId="24df8cbf-c4bb-4b0f-990a-c34b46f32809" providerId="ADAL" clId="{7B603757-AF4F-447D-9CF3-5B3B3781D1BD}" dt="2026-02-19T06:25:20.490" v="516" actId="20577"/>
          <ac:graphicFrameMkLst>
            <pc:docMk/>
            <pc:sldMk cId="1772260517" sldId="483"/>
            <ac:graphicFrameMk id="8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5:15.696" v="511" actId="20577"/>
        <pc:sldMkLst>
          <pc:docMk/>
          <pc:sldMk cId="2426185376" sldId="484"/>
        </pc:sldMkLst>
        <pc:graphicFrameChg chg="modGraphic">
          <ac:chgData name="Ahmed Akhtar" userId="24df8cbf-c4bb-4b0f-990a-c34b46f32809" providerId="ADAL" clId="{7B603757-AF4F-447D-9CF3-5B3B3781D1BD}" dt="2026-02-19T06:25:15.696" v="511" actId="20577"/>
          <ac:graphicFrameMkLst>
            <pc:docMk/>
            <pc:sldMk cId="2426185376" sldId="484"/>
            <ac:graphicFrameMk id="8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5:11.067" v="506" actId="20577"/>
        <pc:sldMkLst>
          <pc:docMk/>
          <pc:sldMk cId="1735310347" sldId="485"/>
        </pc:sldMkLst>
        <pc:graphicFrameChg chg="modGraphic">
          <ac:chgData name="Ahmed Akhtar" userId="24df8cbf-c4bb-4b0f-990a-c34b46f32809" providerId="ADAL" clId="{7B603757-AF4F-447D-9CF3-5B3B3781D1BD}" dt="2026-02-19T06:25:11.067" v="506" actId="20577"/>
          <ac:graphicFrameMkLst>
            <pc:docMk/>
            <pc:sldMk cId="1735310347" sldId="485"/>
            <ac:graphicFrameMk id="5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5:07.215" v="501" actId="20577"/>
        <pc:sldMkLst>
          <pc:docMk/>
          <pc:sldMk cId="2321954435" sldId="486"/>
        </pc:sldMkLst>
        <pc:graphicFrameChg chg="modGraphic">
          <ac:chgData name="Ahmed Akhtar" userId="24df8cbf-c4bb-4b0f-990a-c34b46f32809" providerId="ADAL" clId="{7B603757-AF4F-447D-9CF3-5B3B3781D1BD}" dt="2026-02-19T06:25:07.215" v="501" actId="20577"/>
          <ac:graphicFrameMkLst>
            <pc:docMk/>
            <pc:sldMk cId="2321954435" sldId="486"/>
            <ac:graphicFrameMk id="8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5:03.528" v="496" actId="20577"/>
        <pc:sldMkLst>
          <pc:docMk/>
          <pc:sldMk cId="4140245999" sldId="487"/>
        </pc:sldMkLst>
        <pc:graphicFrameChg chg="modGraphic">
          <ac:chgData name="Ahmed Akhtar" userId="24df8cbf-c4bb-4b0f-990a-c34b46f32809" providerId="ADAL" clId="{7B603757-AF4F-447D-9CF3-5B3B3781D1BD}" dt="2026-02-19T06:25:03.528" v="496" actId="20577"/>
          <ac:graphicFrameMkLst>
            <pc:docMk/>
            <pc:sldMk cId="4140245999" sldId="487"/>
            <ac:graphicFrameMk id="8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4:59.549" v="491" actId="20577"/>
        <pc:sldMkLst>
          <pc:docMk/>
          <pc:sldMk cId="1998696134" sldId="488"/>
        </pc:sldMkLst>
        <pc:graphicFrameChg chg="modGraphic">
          <ac:chgData name="Ahmed Akhtar" userId="24df8cbf-c4bb-4b0f-990a-c34b46f32809" providerId="ADAL" clId="{7B603757-AF4F-447D-9CF3-5B3B3781D1BD}" dt="2026-02-19T06:24:59.549" v="491" actId="20577"/>
          <ac:graphicFrameMkLst>
            <pc:docMk/>
            <pc:sldMk cId="1998696134" sldId="488"/>
            <ac:graphicFrameMk id="8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4:49.468" v="481" actId="20577"/>
        <pc:sldMkLst>
          <pc:docMk/>
          <pc:sldMk cId="1240855241" sldId="489"/>
        </pc:sldMkLst>
        <pc:graphicFrameChg chg="modGraphic">
          <ac:chgData name="Ahmed Akhtar" userId="24df8cbf-c4bb-4b0f-990a-c34b46f32809" providerId="ADAL" clId="{7B603757-AF4F-447D-9CF3-5B3B3781D1BD}" dt="2026-02-19T06:24:49.468" v="481" actId="20577"/>
          <ac:graphicFrameMkLst>
            <pc:docMk/>
            <pc:sldMk cId="1240855241" sldId="489"/>
            <ac:graphicFrameMk id="8" creationId="{00000000-0000-0000-0000-000000000000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19T06:24:42.851" v="476" actId="20577"/>
        <pc:sldMkLst>
          <pc:docMk/>
          <pc:sldMk cId="2055179109" sldId="490"/>
        </pc:sldMkLst>
        <pc:graphicFrameChg chg="modGraphic">
          <ac:chgData name="Ahmed Akhtar" userId="24df8cbf-c4bb-4b0f-990a-c34b46f32809" providerId="ADAL" clId="{7B603757-AF4F-447D-9CF3-5B3B3781D1BD}" dt="2026-02-19T06:24:42.851" v="476" actId="20577"/>
          <ac:graphicFrameMkLst>
            <pc:docMk/>
            <pc:sldMk cId="2055179109" sldId="490"/>
            <ac:graphicFrameMk id="8" creationId="{00000000-0000-0000-0000-000000000000}"/>
          </ac:graphicFrameMkLst>
        </pc:graphicFrameChg>
      </pc:sldChg>
      <pc:sldChg chg="modSp mod modClrScheme modAnim chgLayout modNotesTx">
        <pc:chgData name="Ahmed Akhtar" userId="24df8cbf-c4bb-4b0f-990a-c34b46f32809" providerId="ADAL" clId="{7B603757-AF4F-447D-9CF3-5B3B3781D1BD}" dt="2026-02-17T00:37:52.334" v="95" actId="6549"/>
        <pc:sldMkLst>
          <pc:docMk/>
          <pc:sldMk cId="786263326" sldId="1374"/>
        </pc:sldMkLst>
        <pc:spChg chg="mod ord">
          <ac:chgData name="Ahmed Akhtar" userId="24df8cbf-c4bb-4b0f-990a-c34b46f32809" providerId="ADAL" clId="{7B603757-AF4F-447D-9CF3-5B3B3781D1BD}" dt="2026-02-16T23:18:27.507" v="50" actId="700"/>
          <ac:spMkLst>
            <pc:docMk/>
            <pc:sldMk cId="786263326" sldId="1374"/>
            <ac:spMk id="2" creationId="{ECDAE786-4BCF-5AC3-249B-11607F0278C5}"/>
          </ac:spMkLst>
        </pc:spChg>
        <pc:spChg chg="mod ord">
          <ac:chgData name="Ahmed Akhtar" userId="24df8cbf-c4bb-4b0f-990a-c34b46f32809" providerId="ADAL" clId="{7B603757-AF4F-447D-9CF3-5B3B3781D1BD}" dt="2026-02-16T23:18:27.507" v="50" actId="700"/>
          <ac:spMkLst>
            <pc:docMk/>
            <pc:sldMk cId="786263326" sldId="1374"/>
            <ac:spMk id="3" creationId="{2F9FFB0F-4370-627A-FF05-72ED28792B63}"/>
          </ac:spMkLst>
        </pc:spChg>
        <pc:spChg chg="mod ord">
          <ac:chgData name="Ahmed Akhtar" userId="24df8cbf-c4bb-4b0f-990a-c34b46f32809" providerId="ADAL" clId="{7B603757-AF4F-447D-9CF3-5B3B3781D1BD}" dt="2026-02-16T23:18:27.507" v="50" actId="700"/>
          <ac:spMkLst>
            <pc:docMk/>
            <pc:sldMk cId="786263326" sldId="1374"/>
            <ac:spMk id="5" creationId="{F5E7F32D-70CC-2F15-32C5-A496192FC629}"/>
          </ac:spMkLst>
        </pc:spChg>
      </pc:sldChg>
      <pc:sldChg chg="modSp add mod">
        <pc:chgData name="Ahmed Akhtar" userId="24df8cbf-c4bb-4b0f-990a-c34b46f32809" providerId="ADAL" clId="{7B603757-AF4F-447D-9CF3-5B3B3781D1BD}" dt="2026-02-16T20:47:12.879" v="6" actId="20577"/>
        <pc:sldMkLst>
          <pc:docMk/>
          <pc:sldMk cId="1404018315" sldId="1542"/>
        </pc:sldMkLst>
        <pc:spChg chg="mod">
          <ac:chgData name="Ahmed Akhtar" userId="24df8cbf-c4bb-4b0f-990a-c34b46f32809" providerId="ADAL" clId="{7B603757-AF4F-447D-9CF3-5B3B3781D1BD}" dt="2026-02-16T20:47:12.879" v="6" actId="20577"/>
          <ac:spMkLst>
            <pc:docMk/>
            <pc:sldMk cId="1404018315" sldId="1542"/>
            <ac:spMk id="2" creationId="{968C9F2F-9E03-4A62-A198-A3062FB80C16}"/>
          </ac:spMkLst>
        </pc:spChg>
      </pc:sldChg>
      <pc:sldChg chg="add">
        <pc:chgData name="Ahmed Akhtar" userId="24df8cbf-c4bb-4b0f-990a-c34b46f32809" providerId="ADAL" clId="{7B603757-AF4F-447D-9CF3-5B3B3781D1BD}" dt="2026-02-16T20:45:04.978" v="0"/>
        <pc:sldMkLst>
          <pc:docMk/>
          <pc:sldMk cId="2183615406" sldId="1585"/>
        </pc:sldMkLst>
      </pc:sldChg>
      <pc:sldChg chg="modSp add mod ord">
        <pc:chgData name="Ahmed Akhtar" userId="24df8cbf-c4bb-4b0f-990a-c34b46f32809" providerId="ADAL" clId="{7B603757-AF4F-447D-9CF3-5B3B3781D1BD}" dt="2026-02-17T00:05:00.642" v="52"/>
        <pc:sldMkLst>
          <pc:docMk/>
          <pc:sldMk cId="1213776877" sldId="1586"/>
        </pc:sldMkLst>
        <pc:spChg chg="mod">
          <ac:chgData name="Ahmed Akhtar" userId="24df8cbf-c4bb-4b0f-990a-c34b46f32809" providerId="ADAL" clId="{7B603757-AF4F-447D-9CF3-5B3B3781D1BD}" dt="2026-02-16T20:47:54.398" v="15" actId="20577"/>
          <ac:spMkLst>
            <pc:docMk/>
            <pc:sldMk cId="1213776877" sldId="1586"/>
            <ac:spMk id="2" creationId="{09F03B34-74DF-E5A0-0902-B6574861BA63}"/>
          </ac:spMkLst>
        </pc:spChg>
      </pc:sldChg>
      <pc:sldChg chg="modSp new mod addAnim delAnim modAnim">
        <pc:chgData name="Ahmed Akhtar" userId="24df8cbf-c4bb-4b0f-990a-c34b46f32809" providerId="ADAL" clId="{7B603757-AF4F-447D-9CF3-5B3B3781D1BD}" dt="2026-02-17T05:36:41.328" v="401" actId="20577"/>
        <pc:sldMkLst>
          <pc:docMk/>
          <pc:sldMk cId="4205762924" sldId="1587"/>
        </pc:sldMkLst>
        <pc:spChg chg="mod">
          <ac:chgData name="Ahmed Akhtar" userId="24df8cbf-c4bb-4b0f-990a-c34b46f32809" providerId="ADAL" clId="{7B603757-AF4F-447D-9CF3-5B3B3781D1BD}" dt="2026-02-17T05:25:24.407" v="395" actId="20577"/>
          <ac:spMkLst>
            <pc:docMk/>
            <pc:sldMk cId="4205762924" sldId="1587"/>
            <ac:spMk id="2" creationId="{4AFE86F3-E367-4115-41C7-66E24A9A3BEF}"/>
          </ac:spMkLst>
        </pc:spChg>
        <pc:spChg chg="mod">
          <ac:chgData name="Ahmed Akhtar" userId="24df8cbf-c4bb-4b0f-990a-c34b46f32809" providerId="ADAL" clId="{7B603757-AF4F-447D-9CF3-5B3B3781D1BD}" dt="2026-02-17T05:36:41.328" v="401" actId="20577"/>
          <ac:spMkLst>
            <pc:docMk/>
            <pc:sldMk cId="4205762924" sldId="1587"/>
            <ac:spMk id="3" creationId="{694218B8-A708-0909-891F-59E9773DCE42}"/>
          </ac:spMkLst>
        </pc:spChg>
      </pc:sldChg>
      <pc:sldChg chg="modSp new mod modAnim">
        <pc:chgData name="Ahmed Akhtar" userId="24df8cbf-c4bb-4b0f-990a-c34b46f32809" providerId="ADAL" clId="{7B603757-AF4F-447D-9CF3-5B3B3781D1BD}" dt="2026-02-17T01:14:37.700" v="367" actId="113"/>
        <pc:sldMkLst>
          <pc:docMk/>
          <pc:sldMk cId="2867326770" sldId="1588"/>
        </pc:sldMkLst>
        <pc:spChg chg="mod">
          <ac:chgData name="Ahmed Akhtar" userId="24df8cbf-c4bb-4b0f-990a-c34b46f32809" providerId="ADAL" clId="{7B603757-AF4F-447D-9CF3-5B3B3781D1BD}" dt="2026-02-17T00:53:20.205" v="214" actId="20577"/>
          <ac:spMkLst>
            <pc:docMk/>
            <pc:sldMk cId="2867326770" sldId="1588"/>
            <ac:spMk id="2" creationId="{B748B643-A7DA-C125-E43F-D5A0DC5D5454}"/>
          </ac:spMkLst>
        </pc:spChg>
        <pc:spChg chg="mod">
          <ac:chgData name="Ahmed Akhtar" userId="24df8cbf-c4bb-4b0f-990a-c34b46f32809" providerId="ADAL" clId="{7B603757-AF4F-447D-9CF3-5B3B3781D1BD}" dt="2026-02-17T01:14:37.700" v="367" actId="113"/>
          <ac:spMkLst>
            <pc:docMk/>
            <pc:sldMk cId="2867326770" sldId="1588"/>
            <ac:spMk id="3" creationId="{3E31F64D-8670-4344-4186-1671C5D805C7}"/>
          </ac:spMkLst>
        </pc:spChg>
      </pc:sldChg>
      <pc:sldChg chg="modSp new mod ord addAnim delAnim modAnim">
        <pc:chgData name="Ahmed Akhtar" userId="24df8cbf-c4bb-4b0f-990a-c34b46f32809" providerId="ADAL" clId="{7B603757-AF4F-447D-9CF3-5B3B3781D1BD}" dt="2026-02-17T01:01:16.080" v="240"/>
        <pc:sldMkLst>
          <pc:docMk/>
          <pc:sldMk cId="1765287822" sldId="1589"/>
        </pc:sldMkLst>
        <pc:spChg chg="mod">
          <ac:chgData name="Ahmed Akhtar" userId="24df8cbf-c4bb-4b0f-990a-c34b46f32809" providerId="ADAL" clId="{7B603757-AF4F-447D-9CF3-5B3B3781D1BD}" dt="2026-02-17T01:00:41.947" v="231"/>
          <ac:spMkLst>
            <pc:docMk/>
            <pc:sldMk cId="1765287822" sldId="1589"/>
            <ac:spMk id="2" creationId="{807D05AE-5923-93A8-10FB-41E37E57AFA7}"/>
          </ac:spMkLst>
        </pc:spChg>
        <pc:spChg chg="mod">
          <ac:chgData name="Ahmed Akhtar" userId="24df8cbf-c4bb-4b0f-990a-c34b46f32809" providerId="ADAL" clId="{7B603757-AF4F-447D-9CF3-5B3B3781D1BD}" dt="2026-02-17T01:01:06.181" v="238" actId="20577"/>
          <ac:spMkLst>
            <pc:docMk/>
            <pc:sldMk cId="1765287822" sldId="1589"/>
            <ac:spMk id="3" creationId="{417D98EF-4054-9734-02F0-D1D139BA7E59}"/>
          </ac:spMkLst>
        </pc:spChg>
      </pc:sldChg>
      <pc:sldChg chg="modSp new mod modAnim">
        <pc:chgData name="Ahmed Akhtar" userId="24df8cbf-c4bb-4b0f-990a-c34b46f32809" providerId="ADAL" clId="{7B603757-AF4F-447D-9CF3-5B3B3781D1BD}" dt="2026-02-17T01:06:43.122" v="296" actId="404"/>
        <pc:sldMkLst>
          <pc:docMk/>
          <pc:sldMk cId="1638500661" sldId="1590"/>
        </pc:sldMkLst>
        <pc:spChg chg="mod">
          <ac:chgData name="Ahmed Akhtar" userId="24df8cbf-c4bb-4b0f-990a-c34b46f32809" providerId="ADAL" clId="{7B603757-AF4F-447D-9CF3-5B3B3781D1BD}" dt="2026-02-17T01:02:22.193" v="242"/>
          <ac:spMkLst>
            <pc:docMk/>
            <pc:sldMk cId="1638500661" sldId="1590"/>
            <ac:spMk id="2" creationId="{F3D60762-9400-3262-3BFB-AFC115D1B00F}"/>
          </ac:spMkLst>
        </pc:spChg>
        <pc:spChg chg="mod">
          <ac:chgData name="Ahmed Akhtar" userId="24df8cbf-c4bb-4b0f-990a-c34b46f32809" providerId="ADAL" clId="{7B603757-AF4F-447D-9CF3-5B3B3781D1BD}" dt="2026-02-17T01:06:43.122" v="296" actId="404"/>
          <ac:spMkLst>
            <pc:docMk/>
            <pc:sldMk cId="1638500661" sldId="1590"/>
            <ac:spMk id="3" creationId="{CB43252E-92CF-466F-C910-5E777069E130}"/>
          </ac:spMkLst>
        </pc:spChg>
      </pc:sldChg>
      <pc:sldChg chg="modSp new mod addAnim delAnim modAnim">
        <pc:chgData name="Ahmed Akhtar" userId="24df8cbf-c4bb-4b0f-990a-c34b46f32809" providerId="ADAL" clId="{7B603757-AF4F-447D-9CF3-5B3B3781D1BD}" dt="2026-02-17T01:09:03.115" v="305"/>
        <pc:sldMkLst>
          <pc:docMk/>
          <pc:sldMk cId="2646356925" sldId="1591"/>
        </pc:sldMkLst>
        <pc:spChg chg="mod">
          <ac:chgData name="Ahmed Akhtar" userId="24df8cbf-c4bb-4b0f-990a-c34b46f32809" providerId="ADAL" clId="{7B603757-AF4F-447D-9CF3-5B3B3781D1BD}" dt="2026-02-17T01:08:07.004" v="298"/>
          <ac:spMkLst>
            <pc:docMk/>
            <pc:sldMk cId="2646356925" sldId="1591"/>
            <ac:spMk id="2" creationId="{78546B1F-CEB3-9ED4-0E53-B173693C9AA8}"/>
          </ac:spMkLst>
        </pc:spChg>
        <pc:spChg chg="mod">
          <ac:chgData name="Ahmed Akhtar" userId="24df8cbf-c4bb-4b0f-990a-c34b46f32809" providerId="ADAL" clId="{7B603757-AF4F-447D-9CF3-5B3B3781D1BD}" dt="2026-02-17T01:08:33.126" v="302" actId="5793"/>
          <ac:spMkLst>
            <pc:docMk/>
            <pc:sldMk cId="2646356925" sldId="1591"/>
            <ac:spMk id="3" creationId="{3023369E-DEE3-DBAB-70C4-08892C916026}"/>
          </ac:spMkLst>
        </pc:spChg>
      </pc:sldChg>
      <pc:sldChg chg="modSp new mod modAnim">
        <pc:chgData name="Ahmed Akhtar" userId="24df8cbf-c4bb-4b0f-990a-c34b46f32809" providerId="ADAL" clId="{7B603757-AF4F-447D-9CF3-5B3B3781D1BD}" dt="2026-02-17T01:13:11.528" v="366"/>
        <pc:sldMkLst>
          <pc:docMk/>
          <pc:sldMk cId="3537492274" sldId="1592"/>
        </pc:sldMkLst>
        <pc:spChg chg="mod">
          <ac:chgData name="Ahmed Akhtar" userId="24df8cbf-c4bb-4b0f-990a-c34b46f32809" providerId="ADAL" clId="{7B603757-AF4F-447D-9CF3-5B3B3781D1BD}" dt="2026-02-17T01:11:24.948" v="328" actId="20577"/>
          <ac:spMkLst>
            <pc:docMk/>
            <pc:sldMk cId="3537492274" sldId="1592"/>
            <ac:spMk id="2" creationId="{08559639-FF61-DE22-AF3D-A1789EB94ECE}"/>
          </ac:spMkLst>
        </pc:spChg>
        <pc:spChg chg="mod">
          <ac:chgData name="Ahmed Akhtar" userId="24df8cbf-c4bb-4b0f-990a-c34b46f32809" providerId="ADAL" clId="{7B603757-AF4F-447D-9CF3-5B3B3781D1BD}" dt="2026-02-17T01:13:11.528" v="366"/>
          <ac:spMkLst>
            <pc:docMk/>
            <pc:sldMk cId="3537492274" sldId="1592"/>
            <ac:spMk id="3" creationId="{130C94AF-5A3B-C57F-AC8E-5FD06B89EE94}"/>
          </ac:spMkLst>
        </pc:spChg>
      </pc:sldChg>
      <pc:sldChg chg="modSp add mod">
        <pc:chgData name="Ahmed Akhtar" userId="24df8cbf-c4bb-4b0f-990a-c34b46f32809" providerId="ADAL" clId="{7B603757-AF4F-447D-9CF3-5B3B3781D1BD}" dt="2026-02-19T06:24:54.556" v="486" actId="20577"/>
        <pc:sldMkLst>
          <pc:docMk/>
          <pc:sldMk cId="2663653923" sldId="1593"/>
        </pc:sldMkLst>
        <pc:graphicFrameChg chg="modGraphic">
          <ac:chgData name="Ahmed Akhtar" userId="24df8cbf-c4bb-4b0f-990a-c34b46f32809" providerId="ADAL" clId="{7B603757-AF4F-447D-9CF3-5B3B3781D1BD}" dt="2026-02-19T06:24:54.556" v="486" actId="20577"/>
          <ac:graphicFrameMkLst>
            <pc:docMk/>
            <pc:sldMk cId="2663653923" sldId="1593"/>
            <ac:graphicFrameMk id="8" creationId="{9610A85E-BE77-7B31-30AD-A82D1BDEDD04}"/>
          </ac:graphicFrameMkLst>
        </pc:graphicFrameChg>
      </pc:sldChg>
      <pc:sldMasterChg chg="modSp modSldLayout">
        <pc:chgData name="Ahmed Akhtar" userId="24df8cbf-c4bb-4b0f-990a-c34b46f32809" providerId="ADAL" clId="{7B603757-AF4F-447D-9CF3-5B3B3781D1BD}" dt="2026-02-16T22:31:59.148" v="35"/>
        <pc:sldMasterMkLst>
          <pc:docMk/>
          <pc:sldMasterMk cId="3938088665" sldId="2147483660"/>
        </pc:sldMasterMkLst>
        <pc:picChg chg="mod">
          <ac:chgData name="Ahmed Akhtar" userId="24df8cbf-c4bb-4b0f-990a-c34b46f32809" providerId="ADAL" clId="{7B603757-AF4F-447D-9CF3-5B3B3781D1BD}" dt="2026-02-16T20:46:34.634" v="2" actId="14826"/>
          <ac:picMkLst>
            <pc:docMk/>
            <pc:sldMasterMk cId="3938088665" sldId="2147483660"/>
            <ac:picMk id="8" creationId="{00000000-0000-0000-0000-000000000000}"/>
          </ac:picMkLst>
        </pc:picChg>
        <pc:sldLayoutChg chg="modSp">
          <pc:chgData name="Ahmed Akhtar" userId="24df8cbf-c4bb-4b0f-990a-c34b46f32809" providerId="ADAL" clId="{7B603757-AF4F-447D-9CF3-5B3B3781D1BD}" dt="2026-02-16T22:30:52.221" v="25"/>
          <pc:sldLayoutMkLst>
            <pc:docMk/>
            <pc:sldMasterMk cId="3938088665" sldId="2147483660"/>
            <pc:sldLayoutMk cId="349191192" sldId="2147483661"/>
          </pc:sldLayoutMkLst>
          <pc:spChg chg="mod">
            <ac:chgData name="Ahmed Akhtar" userId="24df8cbf-c4bb-4b0f-990a-c34b46f32809" providerId="ADAL" clId="{7B603757-AF4F-447D-9CF3-5B3B3781D1BD}" dt="2026-02-16T22:30:52.221" v="25"/>
            <ac:spMkLst>
              <pc:docMk/>
              <pc:sldMasterMk cId="3938088665" sldId="2147483660"/>
              <pc:sldLayoutMk cId="349191192" sldId="2147483661"/>
              <ac:spMk id="4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18.251" v="26"/>
          <pc:sldLayoutMkLst>
            <pc:docMk/>
            <pc:sldMasterMk cId="3938088665" sldId="2147483660"/>
            <pc:sldLayoutMk cId="2580184298" sldId="2147483662"/>
          </pc:sldLayoutMkLst>
          <pc:spChg chg="mod">
            <ac:chgData name="Ahmed Akhtar" userId="24df8cbf-c4bb-4b0f-990a-c34b46f32809" providerId="ADAL" clId="{7B603757-AF4F-447D-9CF3-5B3B3781D1BD}" dt="2026-02-16T22:31:18.251" v="26"/>
            <ac:spMkLst>
              <pc:docMk/>
              <pc:sldMasterMk cId="3938088665" sldId="2147483660"/>
              <pc:sldLayoutMk cId="2580184298" sldId="2147483662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22.653" v="27"/>
          <pc:sldLayoutMkLst>
            <pc:docMk/>
            <pc:sldMasterMk cId="3938088665" sldId="2147483660"/>
            <pc:sldLayoutMk cId="1501477461" sldId="2147483663"/>
          </pc:sldLayoutMkLst>
          <pc:spChg chg="mod">
            <ac:chgData name="Ahmed Akhtar" userId="24df8cbf-c4bb-4b0f-990a-c34b46f32809" providerId="ADAL" clId="{7B603757-AF4F-447D-9CF3-5B3B3781D1BD}" dt="2026-02-16T22:31:22.653" v="27"/>
            <ac:spMkLst>
              <pc:docMk/>
              <pc:sldMasterMk cId="3938088665" sldId="2147483660"/>
              <pc:sldLayoutMk cId="1501477461" sldId="2147483663"/>
              <ac:spMk id="9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26.970" v="28"/>
          <pc:sldLayoutMkLst>
            <pc:docMk/>
            <pc:sldMasterMk cId="3938088665" sldId="2147483660"/>
            <pc:sldLayoutMk cId="4237524337" sldId="2147483664"/>
          </pc:sldLayoutMkLst>
          <pc:spChg chg="mod">
            <ac:chgData name="Ahmed Akhtar" userId="24df8cbf-c4bb-4b0f-990a-c34b46f32809" providerId="ADAL" clId="{7B603757-AF4F-447D-9CF3-5B3B3781D1BD}" dt="2026-02-16T22:31:26.970" v="28"/>
            <ac:spMkLst>
              <pc:docMk/>
              <pc:sldMasterMk cId="3938088665" sldId="2147483660"/>
              <pc:sldLayoutMk cId="4237524337" sldId="2147483664"/>
              <ac:spMk id="9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31.102" v="29"/>
          <pc:sldLayoutMkLst>
            <pc:docMk/>
            <pc:sldMasterMk cId="3938088665" sldId="2147483660"/>
            <pc:sldLayoutMk cId="3161117935" sldId="2147483665"/>
          </pc:sldLayoutMkLst>
          <pc:spChg chg="mod">
            <ac:chgData name="Ahmed Akhtar" userId="24df8cbf-c4bb-4b0f-990a-c34b46f32809" providerId="ADAL" clId="{7B603757-AF4F-447D-9CF3-5B3B3781D1BD}" dt="2026-02-16T22:31:31.102" v="29"/>
            <ac:spMkLst>
              <pc:docMk/>
              <pc:sldMasterMk cId="3938088665" sldId="2147483660"/>
              <pc:sldLayoutMk cId="3161117935" sldId="2147483665"/>
              <ac:spMk id="12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36.185" v="30"/>
          <pc:sldLayoutMkLst>
            <pc:docMk/>
            <pc:sldMasterMk cId="3938088665" sldId="2147483660"/>
            <pc:sldLayoutMk cId="3370012141" sldId="2147483666"/>
          </pc:sldLayoutMkLst>
          <pc:spChg chg="mod">
            <ac:chgData name="Ahmed Akhtar" userId="24df8cbf-c4bb-4b0f-990a-c34b46f32809" providerId="ADAL" clId="{7B603757-AF4F-447D-9CF3-5B3B3781D1BD}" dt="2026-02-16T22:31:36.185" v="30"/>
            <ac:spMkLst>
              <pc:docMk/>
              <pc:sldMasterMk cId="3938088665" sldId="2147483660"/>
              <pc:sldLayoutMk cId="3370012141" sldId="2147483666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40.280" v="31"/>
          <pc:sldLayoutMkLst>
            <pc:docMk/>
            <pc:sldMasterMk cId="3938088665" sldId="2147483660"/>
            <pc:sldLayoutMk cId="1198746065" sldId="2147483667"/>
          </pc:sldLayoutMkLst>
          <pc:spChg chg="mod">
            <ac:chgData name="Ahmed Akhtar" userId="24df8cbf-c4bb-4b0f-990a-c34b46f32809" providerId="ADAL" clId="{7B603757-AF4F-447D-9CF3-5B3B3781D1BD}" dt="2026-02-16T22:31:40.280" v="31"/>
            <ac:spMkLst>
              <pc:docMk/>
              <pc:sldMasterMk cId="3938088665" sldId="2147483660"/>
              <pc:sldLayoutMk cId="1198746065" sldId="2147483667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43.993" v="32"/>
          <pc:sldLayoutMkLst>
            <pc:docMk/>
            <pc:sldMasterMk cId="3938088665" sldId="2147483660"/>
            <pc:sldLayoutMk cId="3414853014" sldId="2147483668"/>
          </pc:sldLayoutMkLst>
          <pc:spChg chg="mod">
            <ac:chgData name="Ahmed Akhtar" userId="24df8cbf-c4bb-4b0f-990a-c34b46f32809" providerId="ADAL" clId="{7B603757-AF4F-447D-9CF3-5B3B3781D1BD}" dt="2026-02-16T22:31:43.993" v="32"/>
            <ac:spMkLst>
              <pc:docMk/>
              <pc:sldMasterMk cId="3938088665" sldId="2147483660"/>
              <pc:sldLayoutMk cId="3414853014" sldId="2147483668"/>
              <ac:spMk id="8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49.053" v="33"/>
          <pc:sldLayoutMkLst>
            <pc:docMk/>
            <pc:sldMasterMk cId="3938088665" sldId="2147483660"/>
            <pc:sldLayoutMk cId="3147703977" sldId="2147483669"/>
          </pc:sldLayoutMkLst>
          <pc:spChg chg="mod">
            <ac:chgData name="Ahmed Akhtar" userId="24df8cbf-c4bb-4b0f-990a-c34b46f32809" providerId="ADAL" clId="{7B603757-AF4F-447D-9CF3-5B3B3781D1BD}" dt="2026-02-16T22:31:49.053" v="33"/>
            <ac:spMkLst>
              <pc:docMk/>
              <pc:sldMasterMk cId="3938088665" sldId="2147483660"/>
              <pc:sldLayoutMk cId="3147703977" sldId="2147483669"/>
              <ac:spMk id="8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55.810" v="34"/>
          <pc:sldLayoutMkLst>
            <pc:docMk/>
            <pc:sldMasterMk cId="3938088665" sldId="2147483660"/>
            <pc:sldLayoutMk cId="402159051" sldId="2147483670"/>
          </pc:sldLayoutMkLst>
          <pc:spChg chg="mod">
            <ac:chgData name="Ahmed Akhtar" userId="24df8cbf-c4bb-4b0f-990a-c34b46f32809" providerId="ADAL" clId="{7B603757-AF4F-447D-9CF3-5B3B3781D1BD}" dt="2026-02-16T22:31:55.810" v="34"/>
            <ac:spMkLst>
              <pc:docMk/>
              <pc:sldMasterMk cId="3938088665" sldId="2147483660"/>
              <pc:sldLayoutMk cId="402159051" sldId="2147483670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6T22:31:59.148" v="35"/>
          <pc:sldLayoutMkLst>
            <pc:docMk/>
            <pc:sldMasterMk cId="3938088665" sldId="2147483660"/>
            <pc:sldLayoutMk cId="3180337743" sldId="2147483671"/>
          </pc:sldLayoutMkLst>
          <pc:spChg chg="mod">
            <ac:chgData name="Ahmed Akhtar" userId="24df8cbf-c4bb-4b0f-990a-c34b46f32809" providerId="ADAL" clId="{7B603757-AF4F-447D-9CF3-5B3B3781D1BD}" dt="2026-02-16T22:31:59.148" v="35"/>
            <ac:spMkLst>
              <pc:docMk/>
              <pc:sldMasterMk cId="3938088665" sldId="2147483660"/>
              <pc:sldLayoutMk cId="3180337743" sldId="2147483671"/>
              <ac:spMk id="6" creationId="{CB69E88A-7B5E-60E0-B736-7FCE9C47388C}"/>
            </ac:spMkLst>
          </pc:spChg>
        </pc:sldLayoutChg>
      </pc:sldMasterChg>
      <pc:sldMasterChg chg="modSp">
        <pc:chgData name="Ahmed Akhtar" userId="24df8cbf-c4bb-4b0f-990a-c34b46f32809" providerId="ADAL" clId="{7B603757-AF4F-447D-9CF3-5B3B3781D1BD}" dt="2026-02-16T20:45:47.542" v="1"/>
        <pc:sldMasterMkLst>
          <pc:docMk/>
          <pc:sldMasterMk cId="1382394842" sldId="2147483672"/>
        </pc:sldMasterMkLst>
        <pc:spChg chg="mod">
          <ac:chgData name="Ahmed Akhtar" userId="24df8cbf-c4bb-4b0f-990a-c34b46f32809" providerId="ADAL" clId="{7B603757-AF4F-447D-9CF3-5B3B3781D1BD}" dt="2026-02-16T20:45:47.542" v="1"/>
          <ac:spMkLst>
            <pc:docMk/>
            <pc:sldMasterMk cId="1382394842" sldId="2147483672"/>
            <ac:spMk id="9" creationId="{CB69E88A-7B5E-60E0-B736-7FCE9C47388C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2F39BC-A736-4615-99A3-17F414793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AF0EA-5F10-4F4A-805D-086AA49C17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916F6-075E-4719-999D-FE0E3DAE50E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64E48-EFD1-4EF3-B14B-9375B3E98E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30757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1AFA8-F243-4334-97EA-A5A459F849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159" y="8830757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36A51-0896-4593-B542-D09F23272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6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7D1664D1-8CFB-4748-8652-F6CDCD1A39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7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4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85412D0C-2374-4405-A38C-51884572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1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9441-6582-E7F9-4722-23CA10EF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AECBD-37BA-320F-0498-2FBDDF25A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40E71-C87A-0B56-00D5-27F7BEAA3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46C2-ED0D-D3F0-737B-029916080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323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tried to become money itself. Stablecoins take a different approach — they keep traditional money, but put it on a blockchain.</a:t>
            </a:r>
          </a:p>
          <a:p>
            <a:endParaRPr lang="en-US" dirty="0"/>
          </a:p>
          <a:p>
            <a:r>
              <a:rPr lang="en-US" dirty="0"/>
              <a:t>Stablecoins do </a:t>
            </a:r>
            <a:r>
              <a:rPr lang="en-US" b="1" dirty="0"/>
              <a:t>not</a:t>
            </a:r>
            <a:r>
              <a:rPr lang="en-US" dirty="0"/>
              <a:t> have their own blockchain. They are: Tokens issued on top of existing blockchains.</a:t>
            </a:r>
          </a:p>
          <a:p>
            <a:endParaRPr lang="en-US" dirty="0"/>
          </a:p>
          <a:p>
            <a:r>
              <a:rPr lang="en-US" dirty="0"/>
              <a:t>Even though stablecoins represent dollars: They are still digital tokens Ownership must be recorded somewhere That “somewhere” is: The blockchain ledger. Without writing to the ledger: No  proof of ownership No transfer No transaction history So the blockchain provides: Record Verification Transfer mechanism Not monetary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39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50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36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491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7"/>
            <a:ext cx="10515600" cy="4827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58018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160496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314702"/>
            <a:ext cx="10515600" cy="27749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0878493" y="6581940"/>
            <a:ext cx="1313507" cy="27606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914377" rtl="0" eaLnBrk="1" latinLnBrk="0" hangingPunct="1">
              <a:defRPr lang="en-US" sz="12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3BC241-7286-4066-AAE4-0801D26EA29E}" type="slidenum">
              <a:rPr lang="aa-ET" smtClean="0"/>
              <a:pPr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0147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23752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6111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37001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19874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41485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4770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0215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8033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7858-D394-1DF3-8548-66CE5528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452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432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C1A2-C823-594D-0305-E762FC21A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1840"/>
            <a:ext cx="9144000" cy="15849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DBC-FC3A-F6AB-47B4-2E47609F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9243-4112-7B47-A574-2D273E35D5BF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D5FA-CF77-D285-681E-29E6811E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01942-960C-299C-A498-C3ED2A47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658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BD9A-E09E-27C0-F440-9D83036C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101601"/>
            <a:ext cx="11186160" cy="98551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17A4-8BBD-54EB-8341-6A6B0991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097280"/>
            <a:ext cx="11186160" cy="5079683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System Font Regular"/>
              <a:buChar char="−"/>
              <a:defRPr sz="2800"/>
            </a:lvl2pPr>
            <a:lvl3pPr marL="1143000" indent="-228600">
              <a:buFont typeface="Wingdings" pitchFamily="2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48C2E2-1287-A287-C5A8-24913934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C187-CAD7-6048-8C63-99BBB8908136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DC7CB26-524D-696E-CC83-507688F1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E6A54D-DC81-738E-1BEE-B237D69C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93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4648-4538-750C-7EE1-223668D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0F2E1-ECAA-4DD2-425F-64F40CAD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63A2-C90D-F927-6660-D043609C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EF2E6-6629-DA43-81BC-EC712F4B5466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E049-0473-B4C2-1291-C73354AD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1B0E-4E34-EAD8-A1D1-57CBD5CE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4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6983-ACF4-D2FF-550D-7521D9C1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760F6-F485-781B-D79F-C026B432F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9B31-1608-966B-6FF9-D180F6BA7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E9F2A-B43F-F0D4-3F76-27FB4DE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4FDE-C188-ED4A-8904-90C7377CA55E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907C-697C-ED08-3F75-E31B2EE3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1F3D-78B2-4FF0-F5DB-76EFAA2F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44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B2D-0C64-FBAF-5593-D97CF80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EA66-FAC3-3698-6220-1A94F8A4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302E-0245-F0D0-D052-B1D8D82B2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A6952-B46D-38B4-F728-B77FC9960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0A727-B6BA-1E0C-A4A4-CEAA10F30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7075C-8C1E-2AE7-1628-AE106A293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59A2-FD1F-D047-9B71-2099CD96FB0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270EF-DDC8-5339-C583-77D74079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C3B1F-1426-32FD-9474-94C0B223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296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32E3-B42B-8881-ECBD-DD87B083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CC8C1-CDF5-4584-D4F9-21C17A75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21AD-14B7-AB4F-B42E-6335F98BEAFF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8A07-7922-BC79-0A35-EFFA1991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3C74-5D1C-ADB6-FF80-7000D003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82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375D4-3AF6-A58E-051F-58D7D123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A72A-0C74-6E44-A7EE-CA74955F1256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B3ECF-6748-2655-F77F-E8CA4016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60ABE-8C6A-9352-A215-6EBF86F8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17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5DAC-4002-01D9-6457-D37C5DF9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BE91-7D8E-3944-5569-40E8D6B7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325B0-27F2-9710-58F6-0C07626C2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CBABE-1AE7-D70C-7708-85020C73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005-574F-D344-BCB1-9D2AB269A3EC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73628-77BC-4A24-08E2-D57F3D53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F63F-7883-63AF-C6F9-B3BC8A2E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65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EB26-001F-167A-6BA0-DCD22D59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CA67E-ABF8-043E-F669-25D35A32A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ED5B5-8357-7928-0AFB-A855388E3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18A2-5986-F9BA-EC13-3460B7AB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EC7F-129E-B04A-94CE-A0E8D5F704B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7585-1E53-29E6-E14C-D4E5C685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9FB97-D9C9-FC78-3D39-E81B1517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79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7194-44EF-7006-9E4C-D94DF839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5E83A-839B-9260-0A21-8B997EE5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D60F5-F487-9F40-578A-E36732D3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C171-6AFE-CA49-AAE9-DDDD51BDA4CC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94D0E-FEF0-3CE4-88E0-9B5CC134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42E7-F5E7-2271-1D3F-3BB0DA5F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71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BDCBF-90E9-B6D4-B1BD-BB6439AE4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AB2C1-4897-983B-2FB9-BD11C271D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2C104-D518-1AB2-0F63-977F49D6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C7AE-E3C9-5846-8CAD-0E757E344CB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A4A2-8093-06BB-B2C2-65BC1329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8E6A-87A5-42E0-E66E-73CA8E98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3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2332"/>
            <a:ext cx="10515600" cy="914067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73392"/>
            <a:ext cx="10515600" cy="512740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581870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5092" y="117689"/>
            <a:ext cx="727986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993895"/>
            <a:ext cx="12192000" cy="45720"/>
          </a:xfrm>
          <a:prstGeom prst="rect">
            <a:avLst/>
          </a:prstGeom>
          <a:solidFill>
            <a:srgbClr val="24469D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F3F57-E6B6-8186-2E62-9C692D19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01"/>
            <a:ext cx="11104880" cy="985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11C77-CC50-A510-3609-2D8F9FCB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" y="1097280"/>
            <a:ext cx="11104880" cy="5079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1BAA1-DC72-3CD1-7F89-2EE55E237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2A23580C-EA65-AC41-9F7C-B6439987B4B7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9EAC-E423-483D-525E-9C75A5695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01939-8975-2548-1296-9C55C71BB2BA}"/>
              </a:ext>
            </a:extLst>
          </p:cNvPr>
          <p:cNvCxnSpPr>
            <a:cxnSpLocks/>
          </p:cNvCxnSpPr>
          <p:nvPr userDrawn="1"/>
        </p:nvCxnSpPr>
        <p:spPr>
          <a:xfrm>
            <a:off x="518160" y="924560"/>
            <a:ext cx="111048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A1E25-5EFC-07B9-34A4-FC84A6B0A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0104" y="6578930"/>
            <a:ext cx="1060269" cy="279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39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rgbClr val="0432FF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tcscan.org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btcscan.or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btcscan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btcscan.org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tcscan.org/tx/7cc90809ea6c90899086ed8607eea8dcc1bbe2ee3fbaa662f3f597888575c4c9?expand" TargetMode="External"/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ckchain.com/btc/tx/7cc90809ea6c90899086ed8607eea8dcc1bbe2ee3fbaa662f3f597888575c4c9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tcscan.org/tx/7cc90809ea6c90899086ed8607eea8dcc1bbe2ee3fbaa662f3f597888575c4c9?expand" TargetMode="External"/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ckchain.com/btc/tx/7cc90809ea6c90899086ed8607eea8dcc1bbe2ee3fbaa662f3f597888575c4c9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tcscan.org/tx/7cc90809ea6c90899086ed8607eea8dcc1bbe2ee3fbaa662f3f597888575c4c9?expan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ckchain.com/btc/tx/7cc90809ea6c90899086ed8607eea8dcc1bbe2ee3fbaa662f3f597888575c4c9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7cc90809ea6c90899086ed8607eea8dcc1bbe2ee3fbaa662f3f597888575c4c9" TargetMode="External"/><Relationship Id="rId2" Type="http://schemas.openxmlformats.org/officeDocument/2006/relationships/hyperlink" Target="https://btcscan.org/tx/7cc90809ea6c90899086ed8607eea8dcc1bbe2ee3fbaa662f3f597888575c4c9?expand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7cc90809ea6c90899086ed8607eea8dcc1bbe2ee3fbaa662f3f597888575c4c9" TargetMode="External"/><Relationship Id="rId2" Type="http://schemas.openxmlformats.org/officeDocument/2006/relationships/hyperlink" Target="https://btcscan.org/tx/7cc90809ea6c90899086ed8607eea8dcc1bbe2ee3fbaa662f3f597888575c4c9?expand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7cc90809ea6c90899086ed8607eea8dcc1bbe2ee3fbaa662f3f597888575c4c9" TargetMode="External"/><Relationship Id="rId2" Type="http://schemas.openxmlformats.org/officeDocument/2006/relationships/hyperlink" Target="https://btcscan.org/tx/7cc90809ea6c90899086ed8607eea8dcc1bbe2ee3fbaa662f3f597888575c4c9?expand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meabitcoin.com/technical/public-key-hash" TargetMode="External"/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meabitcoin.com/technical/public-key-hash" TargetMode="External"/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7cc90809ea6c90899086ed8607eea8dcc1bbe2ee3fbaa662f3f597888575c4c9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tcscan.org/tx/7cc90809ea6c90899086ed8607eea8dcc1bbe2ee3fbaa662f3f597888575c4c9?expand" TargetMode="External"/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ckchain.com/btc/tx/7cc90809ea6c90899086ed8607eea8dcc1bbe2ee3fbaa662f3f597888575c4c9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7cc90809ea6c90899086ed8607eea8dcc1bbe2ee3fbaa662f3f597888575c4c9" TargetMode="External"/><Relationship Id="rId2" Type="http://schemas.openxmlformats.org/officeDocument/2006/relationships/hyperlink" Target="https://btcscan.org/tx/7cc90809ea6c90899086ed8607eea8dcc1bbe2ee3fbaa662f3f597888575c4c9?expan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32F2-2275-3F6B-82B8-1B0CA52F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0EC572-1CE7-598F-9FA4-5062F84F9CA5}"/>
              </a:ext>
            </a:extLst>
          </p:cNvPr>
          <p:cNvSpPr/>
          <p:nvPr/>
        </p:nvSpPr>
        <p:spPr>
          <a:xfrm>
            <a:off x="384313" y="3016490"/>
            <a:ext cx="10846671" cy="1446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Candara" panose="020E0502030303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70A78-22DF-BCD5-825B-B0A7F8375E55}"/>
              </a:ext>
            </a:extLst>
          </p:cNvPr>
          <p:cNvSpPr/>
          <p:nvPr/>
        </p:nvSpPr>
        <p:spPr>
          <a:xfrm>
            <a:off x="252663" y="637674"/>
            <a:ext cx="11555024" cy="431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A327C-08C1-4A0B-3853-4BC7F0718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401750" y="440958"/>
            <a:ext cx="1256849" cy="12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3B4093-EDEB-88AD-105E-DD4B298CC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Introduction to Blockchain</a:t>
            </a:r>
            <a:br>
              <a:rPr lang="en-GB" dirty="0">
                <a:latin typeface="+mn-lt"/>
              </a:rPr>
            </a:br>
            <a:br>
              <a:rPr lang="en-GB" dirty="0">
                <a:latin typeface="+mn-lt"/>
              </a:rPr>
            </a:br>
            <a:r>
              <a:rPr lang="en-GB" sz="4000" dirty="0">
                <a:solidFill>
                  <a:srgbClr val="C00000"/>
                </a:solidFill>
                <a:latin typeface="+mn-lt"/>
              </a:rPr>
              <a:t>CSE-355</a:t>
            </a:r>
            <a:endParaRPr lang="en-PK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2CF6C0-F187-BF6B-6A7A-C82247549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Ahmed Akhtar</a:t>
            </a:r>
          </a:p>
          <a:p>
            <a:r>
              <a:rPr lang="en-GB" dirty="0"/>
              <a:t>Department of Computer Science</a:t>
            </a:r>
          </a:p>
          <a:p>
            <a:r>
              <a:rPr lang="en-GB" dirty="0"/>
              <a:t>SMCS, IBA Karachi</a:t>
            </a:r>
          </a:p>
          <a:p>
            <a:r>
              <a:rPr lang="en-GB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218361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1340-394C-8092-5D0A-E3BCC7B6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9F2F-9E03-4A62-A198-A3062FB8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0</a:t>
            </a:r>
            <a:r>
              <a:rPr lang="en-US" dirty="0">
                <a:latin typeface="+mn-lt"/>
              </a:rPr>
              <a:t>9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Tuesday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Feb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17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174B-0761-8199-54BA-09C4CA09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01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05AE-5923-93A8-10FB-41E37E57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Token?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D98EF-4054-9734-02F0-D1D139BA7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Simple Definition</a:t>
            </a:r>
          </a:p>
          <a:p>
            <a:pPr marL="0" indent="0">
              <a:buNone/>
            </a:pPr>
            <a:r>
              <a:rPr lang="en-US" dirty="0"/>
              <a:t>A token is a digital unit of value recorded on a blockchain.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is:</a:t>
            </a:r>
          </a:p>
          <a:p>
            <a:r>
              <a:rPr lang="en-US" dirty="0"/>
              <a:t>Not a coin with its own blockchain</a:t>
            </a:r>
          </a:p>
          <a:p>
            <a:r>
              <a:rPr lang="en-US" dirty="0"/>
              <a:t>But a programmable asset that lives </a:t>
            </a:r>
            <a:r>
              <a:rPr lang="en-US" b="1" dirty="0"/>
              <a:t>on top of</a:t>
            </a:r>
            <a:r>
              <a:rPr lang="en-US" dirty="0"/>
              <a:t> an existing blockchain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0F682-0CB6-A02A-6DF4-34FC965A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28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0762-9400-3262-3BFB-AFC115D1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Coins vs Tokens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252E-92CF-466F-C910-5E777069E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US" b="1" dirty="0"/>
              <a:t>Coin</a:t>
            </a:r>
          </a:p>
          <a:p>
            <a:r>
              <a:rPr lang="en-US" dirty="0"/>
              <a:t>Has its </a:t>
            </a:r>
            <a:r>
              <a:rPr lang="en-US" b="1" dirty="0"/>
              <a:t>own blockchain</a:t>
            </a:r>
          </a:p>
          <a:p>
            <a:endParaRPr lang="en-US" sz="2400" dirty="0"/>
          </a:p>
          <a:p>
            <a:r>
              <a:rPr lang="en-US" dirty="0"/>
              <a:t>Used to pay transaction fees</a:t>
            </a:r>
          </a:p>
          <a:p>
            <a:endParaRPr lang="en-US" sz="2000" dirty="0"/>
          </a:p>
          <a:p>
            <a:r>
              <a:rPr lang="en-US" dirty="0"/>
              <a:t>Example: Bitcoin, Ether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Token</a:t>
            </a:r>
          </a:p>
          <a:p>
            <a:r>
              <a:rPr lang="en-US" dirty="0"/>
              <a:t>Built on top of another blockchain</a:t>
            </a:r>
          </a:p>
          <a:p>
            <a:r>
              <a:rPr lang="en-US" dirty="0"/>
              <a:t>Uses that blockchain for security</a:t>
            </a:r>
          </a:p>
          <a:p>
            <a:r>
              <a:rPr lang="en-US" dirty="0"/>
              <a:t>Created via smart contracts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A345-4EE2-A6B5-C2DA-F740ED27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50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6B1F-CEB3-9ED4-0E53-B173693C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Token Represent?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369E-DEE3-DBAB-70C4-08892C916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token can represent:</a:t>
            </a:r>
          </a:p>
          <a:p>
            <a:r>
              <a:rPr lang="en-US" dirty="0"/>
              <a:t>Money (stablecoins)</a:t>
            </a:r>
          </a:p>
          <a:p>
            <a:r>
              <a:rPr lang="en-US" dirty="0"/>
              <a:t>Voting rights</a:t>
            </a:r>
          </a:p>
          <a:p>
            <a:r>
              <a:rPr lang="en-US" dirty="0"/>
              <a:t>Access rights</a:t>
            </a:r>
          </a:p>
          <a:p>
            <a:r>
              <a:rPr lang="en-US" dirty="0"/>
              <a:t>Ownership shares</a:t>
            </a:r>
          </a:p>
          <a:p>
            <a:r>
              <a:rPr lang="en-US" dirty="0"/>
              <a:t>Loyalty points</a:t>
            </a:r>
          </a:p>
          <a:p>
            <a:r>
              <a:rPr lang="en-US" dirty="0"/>
              <a:t>Real-world assets</a:t>
            </a:r>
          </a:p>
          <a:p>
            <a:pPr marL="0" indent="0">
              <a:buNone/>
            </a:pPr>
            <a:r>
              <a:rPr lang="en-US" dirty="0"/>
              <a:t>It’s just:</a:t>
            </a:r>
          </a:p>
          <a:p>
            <a:pPr marL="0" indent="0">
              <a:buNone/>
            </a:pPr>
            <a:r>
              <a:rPr lang="en-US" dirty="0"/>
              <a:t>A programmable entry in a distributed ledger.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C031C-3196-ABD6-C9A0-8974AD32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5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9639-FF61-DE22-AF3D-A1789EB9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token work?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C94AF-5A3B-C57F-AC8E-5FD06B89E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blockchains that support smart contracts like Ethereum:</a:t>
            </a:r>
          </a:p>
          <a:p>
            <a:r>
              <a:rPr lang="en-US" dirty="0"/>
              <a:t>A smart contract defines the token rules</a:t>
            </a:r>
          </a:p>
          <a:p>
            <a:r>
              <a:rPr lang="en-US" dirty="0"/>
              <a:t>The ledger records balances</a:t>
            </a:r>
          </a:p>
          <a:p>
            <a:r>
              <a:rPr lang="en-US" dirty="0"/>
              <a:t>Transfers are just state updates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Stablecoins are simply tokens that are designed to represent fiat money.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780E-5AFE-0B09-782E-C9511A71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9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5A7C-B04F-5E6F-CD4B-7CB9C5C9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E786-4BCF-5AC3-249B-11607F02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Stablecoins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FFB0F-4370-627A-FF05-72ED28792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The alternative use case for blockchain</a:t>
            </a:r>
          </a:p>
          <a:p>
            <a:endParaRPr lang="en-PK" dirty="0"/>
          </a:p>
          <a:p>
            <a:r>
              <a:rPr lang="en-PK" dirty="0"/>
              <a:t>Transactions involving stablecoins: on which blockchain?</a:t>
            </a:r>
          </a:p>
          <a:p>
            <a:endParaRPr lang="en-PK" dirty="0"/>
          </a:p>
          <a:p>
            <a:r>
              <a:rPr lang="en-GB" dirty="0"/>
              <a:t>M</a:t>
            </a:r>
            <a:r>
              <a:rPr lang="en-PK" dirty="0"/>
              <a:t>ust write transactions in a ledger (to have any record)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7F32D-70CC-2F15-32C5-A496192FC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6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86F3-E367-4115-41C7-66E24A9A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USDC(Circle)/USDT(Tether Limited)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218B8-A708-0909-891F-59E9773DC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097280"/>
            <a:ext cx="11186160" cy="530352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dirty="0"/>
              <a:t>A stablecoin is mapped to USD because the </a:t>
            </a:r>
            <a:r>
              <a:rPr lang="en-US" sz="4400" b="1" dirty="0"/>
              <a:t>issuer promises that 1 token = 1 USD</a:t>
            </a:r>
            <a:r>
              <a:rPr lang="en-US" sz="4400" dirty="0"/>
              <a:t>, and backs that promise with reserves.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200" b="1" dirty="0"/>
              <a:t>Step 1 — Issuance</a:t>
            </a:r>
          </a:p>
          <a:p>
            <a:r>
              <a:rPr lang="en-US" sz="4200" dirty="0"/>
              <a:t>You send $1 to the issuer</a:t>
            </a:r>
          </a:p>
          <a:p>
            <a:r>
              <a:rPr lang="en-US" sz="4200" dirty="0"/>
              <a:t>The issuer mints 1 stablecoin</a:t>
            </a:r>
          </a:p>
          <a:p>
            <a:r>
              <a:rPr lang="en-US" sz="4200" dirty="0"/>
              <a:t>That $1 is held in reserves (bank deposits, T-bills, etc.)</a:t>
            </a:r>
          </a:p>
          <a:p>
            <a:pPr marL="0" indent="0">
              <a:buNone/>
            </a:pPr>
            <a:r>
              <a:rPr lang="en-US" sz="4200" dirty="0"/>
              <a:t>So now:</a:t>
            </a:r>
          </a:p>
          <a:p>
            <a:pPr marL="0" indent="0">
              <a:buNone/>
            </a:pPr>
            <a:r>
              <a:rPr lang="en-US" sz="4200" dirty="0"/>
              <a:t>1 token is backed by $1 held somewhere.</a:t>
            </a:r>
            <a:br>
              <a:rPr lang="en-US" sz="4200" dirty="0"/>
            </a:br>
            <a:endParaRPr lang="en-US" sz="4200" dirty="0"/>
          </a:p>
          <a:p>
            <a:pPr marL="0" indent="0">
              <a:buNone/>
            </a:pPr>
            <a:r>
              <a:rPr lang="en-US" sz="4200" b="1" dirty="0"/>
              <a:t>Step 2 — Redemption</a:t>
            </a:r>
          </a:p>
          <a:p>
            <a:r>
              <a:rPr lang="en-US" sz="4200" dirty="0"/>
              <a:t>You return 1 stablecoin to the issuer</a:t>
            </a:r>
          </a:p>
          <a:p>
            <a:r>
              <a:rPr lang="en-US" sz="4200" dirty="0"/>
              <a:t>The issuer burns (destroys) it</a:t>
            </a:r>
          </a:p>
          <a:p>
            <a:r>
              <a:rPr lang="en-US" sz="4200" dirty="0"/>
              <a:t>You receive $1</a:t>
            </a:r>
          </a:p>
          <a:p>
            <a:pPr marL="0" indent="0">
              <a:buNone/>
            </a:pPr>
            <a:r>
              <a:rPr lang="en-US" sz="4200" dirty="0"/>
              <a:t>This </a:t>
            </a:r>
            <a:r>
              <a:rPr lang="en-US" sz="4200" b="1" dirty="0"/>
              <a:t>convertibility</a:t>
            </a:r>
            <a:r>
              <a:rPr lang="en-US" sz="4200" dirty="0"/>
              <a:t> keeps the price anchored.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9B5CF-E199-A119-971A-79FD47FB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B643-A7DA-C125-E43F-D5A0DC5D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F64D-8670-4344-4186-1671C5D80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Why market price stays near $1?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stablecoin trades:</a:t>
            </a:r>
          </a:p>
          <a:p>
            <a:r>
              <a:rPr lang="en-US" b="1" dirty="0"/>
              <a:t>Above $1 (e.g., $1.02)</a:t>
            </a:r>
            <a:br>
              <a:rPr lang="en-US" dirty="0"/>
            </a:br>
            <a:r>
              <a:rPr lang="en-US" dirty="0"/>
              <a:t>Traders buy from issuer for $1 and sell for $1.02 → price pushed down.</a:t>
            </a:r>
          </a:p>
          <a:p>
            <a:r>
              <a:rPr lang="en-US" b="1" dirty="0"/>
              <a:t>Below $1 (e.g., $0.98)</a:t>
            </a:r>
            <a:br>
              <a:rPr lang="en-US" dirty="0"/>
            </a:br>
            <a:r>
              <a:rPr lang="en-US" dirty="0"/>
              <a:t>Traders buy cheap and redeem for $1 → price pushed up.</a:t>
            </a:r>
          </a:p>
          <a:p>
            <a:endParaRPr lang="en-US" dirty="0"/>
          </a:p>
          <a:p>
            <a:r>
              <a:rPr lang="en-US" dirty="0"/>
              <a:t>This arbitrage keeps it close to $1.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E0BBE-CCF2-D56C-91BD-634345F0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32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74BC-BF88-1D27-8C0E-79FAFFA9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ARTs versus EMTs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923F38-C1DD-1E88-8723-A6468F8680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72" t="28418" r="58814" b="33146"/>
          <a:stretch/>
        </p:blipFill>
        <p:spPr>
          <a:xfrm>
            <a:off x="349616" y="1087120"/>
            <a:ext cx="11492768" cy="504767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9651-FD43-9204-E0D5-7D2237BB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56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0E39-5EEF-4182-93C4-E64C28F88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330" y="1407436"/>
            <a:ext cx="10889673" cy="1488164"/>
          </a:xfrm>
        </p:spPr>
        <p:txBody>
          <a:bodyPr>
            <a:normAutofit/>
          </a:bodyPr>
          <a:lstStyle/>
          <a:p>
            <a:r>
              <a:rPr lang="en-US" sz="4900" dirty="0">
                <a:latin typeface="Calibri Light" panose="020F0302020204030204" pitchFamily="34" charset="0"/>
              </a:rPr>
              <a:t>Bitcoin Transactions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256883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Replay attacks</a:t>
            </a:r>
          </a:p>
          <a:p>
            <a:r>
              <a:rPr lang="en-US" dirty="0"/>
              <a:t>UTXO Model</a:t>
            </a:r>
          </a:p>
          <a:p>
            <a:r>
              <a:rPr lang="en-US" dirty="0"/>
              <a:t>Bitcoin transaction format</a:t>
            </a:r>
          </a:p>
          <a:p>
            <a:r>
              <a:rPr lang="en-US" dirty="0"/>
              <a:t>Stack based transaction execution</a:t>
            </a:r>
          </a:p>
          <a:p>
            <a:pPr lvl="1"/>
            <a:r>
              <a:rPr lang="en-US" dirty="0"/>
              <a:t>Legacy transactions</a:t>
            </a:r>
          </a:p>
          <a:p>
            <a:pPr lvl="1"/>
            <a:r>
              <a:rPr lang="en-US" dirty="0"/>
              <a:t>Transaction malleability</a:t>
            </a:r>
          </a:p>
          <a:p>
            <a:pPr lvl="1"/>
            <a:r>
              <a:rPr lang="en-US" dirty="0"/>
              <a:t>Segregated witness (</a:t>
            </a:r>
            <a:r>
              <a:rPr lang="en-US" dirty="0" err="1"/>
              <a:t>segwit</a:t>
            </a:r>
            <a:r>
              <a:rPr lang="en-US" dirty="0"/>
              <a:t>) transactions</a:t>
            </a:r>
          </a:p>
          <a:p>
            <a:r>
              <a:rPr lang="en-US" dirty="0"/>
              <a:t>Merkle trees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04337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information needs to be included in a transaction?</a:t>
            </a:r>
          </a:p>
          <a:p>
            <a:r>
              <a:rPr lang="en-US" dirty="0"/>
              <a:t>Payer</a:t>
            </a:r>
          </a:p>
          <a:p>
            <a:r>
              <a:rPr lang="en-US" dirty="0"/>
              <a:t>Payee</a:t>
            </a:r>
          </a:p>
          <a:p>
            <a:r>
              <a:rPr lang="en-US" dirty="0"/>
              <a:t>Amount</a:t>
            </a:r>
          </a:p>
          <a:p>
            <a:r>
              <a:rPr lang="en-US" dirty="0"/>
              <a:t>Authorization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13</a:t>
            </a:fld>
            <a:endParaRPr lang="aa-ET"/>
          </a:p>
        </p:txBody>
      </p:sp>
      <p:sp>
        <p:nvSpPr>
          <p:cNvPr id="6" name="TextBox 5"/>
          <p:cNvSpPr txBox="1"/>
          <p:nvPr/>
        </p:nvSpPr>
        <p:spPr>
          <a:xfrm>
            <a:off x="7315110" y="2068945"/>
            <a:ext cx="3879272" cy="1554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Payer:</a:t>
            </a:r>
            <a:r>
              <a:rPr lang="en-US" dirty="0"/>
              <a:t> Alia</a:t>
            </a:r>
          </a:p>
          <a:p>
            <a:r>
              <a:rPr lang="en-US" b="1" dirty="0"/>
              <a:t>Payee: </a:t>
            </a:r>
            <a:r>
              <a:rPr lang="en-US" dirty="0"/>
              <a:t>Babar</a:t>
            </a:r>
          </a:p>
          <a:p>
            <a:r>
              <a:rPr lang="en-US" b="1" dirty="0"/>
              <a:t>Amount: </a:t>
            </a:r>
            <a:r>
              <a:rPr lang="en-US" dirty="0"/>
              <a:t>PKR 50,000</a:t>
            </a:r>
          </a:p>
          <a:p>
            <a:r>
              <a:rPr lang="en-US" b="1" dirty="0"/>
              <a:t>Authorization:</a:t>
            </a:r>
            <a:r>
              <a:rPr lang="en-US" dirty="0"/>
              <a:t> </a:t>
            </a:r>
            <a:r>
              <a:rPr lang="en-US" dirty="0" err="1"/>
              <a:t>Sig</a:t>
            </a:r>
            <a:r>
              <a:rPr lang="en-US" baseline="-25000" dirty="0" err="1"/>
              <a:t>Alia</a:t>
            </a:r>
            <a:r>
              <a:rPr lang="en-US" dirty="0"/>
              <a:t>(Payer||Payee||Amount)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001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information needs to be included in a transaction?</a:t>
            </a:r>
          </a:p>
          <a:p>
            <a:r>
              <a:rPr lang="en-US" dirty="0"/>
              <a:t>Payer</a:t>
            </a:r>
          </a:p>
          <a:p>
            <a:r>
              <a:rPr lang="en-US" dirty="0"/>
              <a:t>Payee</a:t>
            </a:r>
          </a:p>
          <a:p>
            <a:r>
              <a:rPr lang="en-US" dirty="0"/>
              <a:t>Amount</a:t>
            </a:r>
          </a:p>
          <a:p>
            <a:r>
              <a:rPr lang="en-US" dirty="0"/>
              <a:t>Authorization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14</a:t>
            </a:fld>
            <a:endParaRPr lang="aa-ET"/>
          </a:p>
        </p:txBody>
      </p:sp>
      <p:sp>
        <p:nvSpPr>
          <p:cNvPr id="6" name="TextBox 5"/>
          <p:cNvSpPr txBox="1"/>
          <p:nvPr/>
        </p:nvSpPr>
        <p:spPr>
          <a:xfrm>
            <a:off x="7315110" y="2068945"/>
            <a:ext cx="3879272" cy="1554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Payer:</a:t>
            </a:r>
            <a:r>
              <a:rPr lang="en-US" dirty="0"/>
              <a:t> Alia</a:t>
            </a:r>
          </a:p>
          <a:p>
            <a:r>
              <a:rPr lang="en-US" b="1" dirty="0"/>
              <a:t>Payee: </a:t>
            </a:r>
            <a:r>
              <a:rPr lang="en-US" dirty="0"/>
              <a:t>Babar</a:t>
            </a:r>
          </a:p>
          <a:p>
            <a:r>
              <a:rPr lang="en-US" b="1" dirty="0"/>
              <a:t>Amount: </a:t>
            </a:r>
            <a:r>
              <a:rPr lang="en-US" dirty="0"/>
              <a:t>PKR 50,000</a:t>
            </a:r>
          </a:p>
          <a:p>
            <a:r>
              <a:rPr lang="en-US" b="1" dirty="0"/>
              <a:t>Authorization:</a:t>
            </a:r>
            <a:r>
              <a:rPr lang="en-US" dirty="0"/>
              <a:t> </a:t>
            </a:r>
            <a:r>
              <a:rPr lang="en-US" dirty="0" err="1"/>
              <a:t>Sig</a:t>
            </a:r>
            <a:r>
              <a:rPr lang="en-US" baseline="-25000" dirty="0" err="1"/>
              <a:t>Alia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Hash(</a:t>
            </a:r>
            <a:r>
              <a:rPr lang="en-US" dirty="0"/>
              <a:t>Payer||Payee||Amount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021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Account-based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15</a:t>
            </a:fld>
            <a:endParaRPr lang="aa-ET"/>
          </a:p>
        </p:txBody>
      </p:sp>
      <p:sp>
        <p:nvSpPr>
          <p:cNvPr id="6" name="TextBox 5"/>
          <p:cNvSpPr txBox="1"/>
          <p:nvPr/>
        </p:nvSpPr>
        <p:spPr>
          <a:xfrm>
            <a:off x="7315110" y="2068945"/>
            <a:ext cx="3879272" cy="1554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Payer:</a:t>
            </a:r>
            <a:r>
              <a:rPr lang="en-US" dirty="0"/>
              <a:t> Alia</a:t>
            </a:r>
          </a:p>
          <a:p>
            <a:r>
              <a:rPr lang="en-US" b="1" dirty="0"/>
              <a:t>Payee: </a:t>
            </a:r>
            <a:r>
              <a:rPr lang="en-US" dirty="0"/>
              <a:t>Babar</a:t>
            </a:r>
          </a:p>
          <a:p>
            <a:r>
              <a:rPr lang="en-US" b="1" dirty="0"/>
              <a:t>Amount: </a:t>
            </a:r>
            <a:r>
              <a:rPr lang="en-US" dirty="0"/>
              <a:t>PKR 50,000</a:t>
            </a:r>
          </a:p>
          <a:p>
            <a:r>
              <a:rPr lang="en-US" b="1" dirty="0"/>
              <a:t>Authorization:</a:t>
            </a:r>
            <a:r>
              <a:rPr lang="en-US" dirty="0"/>
              <a:t> </a:t>
            </a:r>
            <a:r>
              <a:rPr lang="en-US" dirty="0" err="1"/>
              <a:t>Sig</a:t>
            </a:r>
            <a:r>
              <a:rPr lang="en-US" baseline="-25000" dirty="0" err="1"/>
              <a:t>Alia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Hash(</a:t>
            </a:r>
            <a:r>
              <a:rPr lang="en-US" dirty="0"/>
              <a:t>Payer||Payee||Amount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7" name="Snip Single Corner Rectangle 6"/>
          <p:cNvSpPr/>
          <p:nvPr/>
        </p:nvSpPr>
        <p:spPr>
          <a:xfrm rot="5400000">
            <a:off x="665719" y="2449616"/>
            <a:ext cx="2746703" cy="2276475"/>
          </a:xfrm>
          <a:prstGeom prst="snip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00834" y="2225966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Alia: PKR 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832" y="2625168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Babar: PKR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453" y="3006440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Alia: PKR 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451" y="3387170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Babar: PKR 50,000</a:t>
            </a:r>
          </a:p>
        </p:txBody>
      </p:sp>
      <p:cxnSp>
        <p:nvCxnSpPr>
          <p:cNvPr id="12" name="Straight Connector 11"/>
          <p:cNvCxnSpPr>
            <a:stCxn id="8" idx="1"/>
            <a:endCxn id="8" idx="3"/>
          </p:cNvCxnSpPr>
          <p:nvPr/>
        </p:nvCxnSpPr>
        <p:spPr>
          <a:xfrm>
            <a:off x="900834" y="2418327"/>
            <a:ext cx="22764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05456" y="2829345"/>
            <a:ext cx="22764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87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Account-based model</a:t>
            </a:r>
          </a:p>
          <a:p>
            <a:r>
              <a:rPr lang="en-US" dirty="0"/>
              <a:t>Store list of accounts and balances</a:t>
            </a:r>
          </a:p>
          <a:p>
            <a:r>
              <a:rPr lang="en-US" dirty="0"/>
              <a:t>A transaction is valid if there is enough balance in the account</a:t>
            </a:r>
          </a:p>
          <a:p>
            <a:r>
              <a:rPr lang="en-US" dirty="0"/>
              <a:t>Payer debited, payee credited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Ethereum</a:t>
            </a:r>
            <a:r>
              <a:rPr lang="en-US" b="1" dirty="0">
                <a:solidFill>
                  <a:srgbClr val="FF0000"/>
                </a:solidFill>
              </a:rPr>
              <a:t> uses account-based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75025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Replay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Account-based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17</a:t>
            </a:fld>
            <a:endParaRPr lang="aa-ET"/>
          </a:p>
        </p:txBody>
      </p:sp>
      <p:sp>
        <p:nvSpPr>
          <p:cNvPr id="6" name="TextBox 5"/>
          <p:cNvSpPr txBox="1"/>
          <p:nvPr/>
        </p:nvSpPr>
        <p:spPr>
          <a:xfrm>
            <a:off x="7315110" y="2068945"/>
            <a:ext cx="3879272" cy="1554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Payer:</a:t>
            </a:r>
            <a:r>
              <a:rPr lang="en-US" dirty="0"/>
              <a:t> Alia</a:t>
            </a:r>
          </a:p>
          <a:p>
            <a:r>
              <a:rPr lang="en-US" b="1" dirty="0"/>
              <a:t>Payee: </a:t>
            </a:r>
            <a:r>
              <a:rPr lang="en-US" dirty="0"/>
              <a:t>Babar</a:t>
            </a:r>
          </a:p>
          <a:p>
            <a:r>
              <a:rPr lang="en-US" b="1" dirty="0"/>
              <a:t>Amount: </a:t>
            </a:r>
            <a:r>
              <a:rPr lang="en-US" dirty="0"/>
              <a:t>PKR 50,000</a:t>
            </a:r>
          </a:p>
          <a:p>
            <a:r>
              <a:rPr lang="en-US" b="1" dirty="0"/>
              <a:t>Authorization:</a:t>
            </a:r>
            <a:r>
              <a:rPr lang="en-US" dirty="0"/>
              <a:t> </a:t>
            </a:r>
            <a:r>
              <a:rPr lang="en-US" dirty="0" err="1"/>
              <a:t>Sig</a:t>
            </a:r>
            <a:r>
              <a:rPr lang="en-US" baseline="-25000" dirty="0" err="1"/>
              <a:t>Alia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Hash(</a:t>
            </a:r>
            <a:r>
              <a:rPr lang="en-US" dirty="0"/>
              <a:t>Payer||Payee||Amount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)</a:t>
            </a:r>
            <a:endParaRPr lang="en-US" b="1" dirty="0"/>
          </a:p>
        </p:txBody>
      </p:sp>
      <p:pic>
        <p:nvPicPr>
          <p:cNvPr id="14" name="Picture 2" descr="Hacker Anonymous - Free image on Pixaba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332" y="145934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929149" y="2851660"/>
            <a:ext cx="3879272" cy="15542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Payer:</a:t>
            </a:r>
            <a:r>
              <a:rPr lang="en-US" dirty="0"/>
              <a:t> Alia</a:t>
            </a:r>
          </a:p>
          <a:p>
            <a:r>
              <a:rPr lang="en-US" b="1" dirty="0"/>
              <a:t>Payee: </a:t>
            </a:r>
            <a:r>
              <a:rPr lang="en-US" dirty="0"/>
              <a:t>Babar</a:t>
            </a:r>
          </a:p>
          <a:p>
            <a:r>
              <a:rPr lang="en-US" b="1" dirty="0"/>
              <a:t>Amount: </a:t>
            </a:r>
            <a:r>
              <a:rPr lang="en-US" dirty="0"/>
              <a:t>PKR 50,000</a:t>
            </a:r>
          </a:p>
          <a:p>
            <a:r>
              <a:rPr lang="en-US" b="1" dirty="0"/>
              <a:t>Authorization:</a:t>
            </a:r>
            <a:r>
              <a:rPr lang="en-US" dirty="0"/>
              <a:t> </a:t>
            </a:r>
            <a:r>
              <a:rPr lang="en-US" dirty="0" err="1"/>
              <a:t>Sig</a:t>
            </a:r>
            <a:r>
              <a:rPr lang="en-US" baseline="-25000" dirty="0" err="1"/>
              <a:t>Alia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Hash(</a:t>
            </a:r>
            <a:r>
              <a:rPr lang="en-US" dirty="0"/>
              <a:t>Payer||Payee||Amount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16" name="Snip Single Corner Rectangle 15"/>
          <p:cNvSpPr/>
          <p:nvPr/>
        </p:nvSpPr>
        <p:spPr>
          <a:xfrm rot="5400000">
            <a:off x="754496" y="2494006"/>
            <a:ext cx="2746703" cy="2276475"/>
          </a:xfrm>
          <a:prstGeom prst="snip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89611" y="2270356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Alia: PKR 100,000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609" y="2669558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Babar: PKR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230" y="3050830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Alia: PKR 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228" y="3431560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Babar: PKR 50,000</a:t>
            </a:r>
          </a:p>
        </p:txBody>
      </p:sp>
      <p:cxnSp>
        <p:nvCxnSpPr>
          <p:cNvPr id="21" name="Straight Connector 20"/>
          <p:cNvCxnSpPr>
            <a:stCxn id="17" idx="1"/>
            <a:endCxn id="17" idx="3"/>
          </p:cNvCxnSpPr>
          <p:nvPr/>
        </p:nvCxnSpPr>
        <p:spPr>
          <a:xfrm>
            <a:off x="989611" y="2462717"/>
            <a:ext cx="22764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94233" y="2873735"/>
            <a:ext cx="22764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9613" y="3812834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Alia: PKR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611" y="4193564"/>
            <a:ext cx="2276474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Babar: PKR 100,000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94230" y="3243181"/>
            <a:ext cx="22764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98852" y="3654199"/>
            <a:ext cx="22764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70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Replay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Replay attacks can be prevented by associating  unique Identifier (SEQ) with each transaction</a:t>
            </a:r>
          </a:p>
          <a:p>
            <a:pPr lvl="1"/>
            <a:r>
              <a:rPr lang="en-US" dirty="0"/>
              <a:t>This number is randomly generated whenever a transaction is generated</a:t>
            </a:r>
          </a:p>
          <a:p>
            <a:pPr lvl="1"/>
            <a:r>
              <a:rPr lang="en-US" dirty="0"/>
              <a:t>Payer signs, </a:t>
            </a:r>
            <a:r>
              <a:rPr lang="en-US" b="1" dirty="0"/>
              <a:t>m = (SEQ || Payer || Payee || Amount)</a:t>
            </a:r>
          </a:p>
          <a:p>
            <a:pPr lvl="1"/>
            <a:r>
              <a:rPr lang="en-US" dirty="0"/>
              <a:t> Can check if there are multiple entries of the same SEQ Number on the block chain</a:t>
            </a:r>
          </a:p>
          <a:p>
            <a:r>
              <a:rPr lang="en-US" dirty="0" err="1"/>
              <a:t>Ethereum</a:t>
            </a:r>
            <a:r>
              <a:rPr lang="en-US" dirty="0"/>
              <a:t> prevents replay attacks this way!!</a:t>
            </a:r>
          </a:p>
          <a:p>
            <a:pPr lvl="1"/>
            <a:r>
              <a:rPr lang="en-US" dirty="0"/>
              <a:t>Keeps track of the SEQ for each user and ensures that it is not reused</a:t>
            </a:r>
          </a:p>
          <a:p>
            <a:r>
              <a:rPr lang="en-US" dirty="0">
                <a:solidFill>
                  <a:srgbClr val="FF0000"/>
                </a:solidFill>
              </a:rPr>
              <a:t>Bitcoin uses a different model to prevent replay attacks or double spending</a:t>
            </a:r>
          </a:p>
          <a:p>
            <a:pPr lvl="1"/>
            <a:r>
              <a:rPr lang="en-US" b="1" dirty="0">
                <a:solidFill>
                  <a:srgbClr val="003399"/>
                </a:solidFill>
              </a:rPr>
              <a:t>Unspent Transaction Output (UTXO)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18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06346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Unspent Transaction output (UTXO) Model</a:t>
            </a:r>
            <a:endParaRPr lang="en-US" sz="3200" dirty="0"/>
          </a:p>
          <a:p>
            <a:r>
              <a:rPr lang="en-US" dirty="0"/>
              <a:t>A bitcoin can only be spent once</a:t>
            </a:r>
          </a:p>
          <a:p>
            <a:r>
              <a:rPr lang="en-US" dirty="0"/>
              <a:t>Whenever a bit coin is spent, new coins are generated</a:t>
            </a:r>
          </a:p>
          <a:p>
            <a:r>
              <a:rPr lang="en-US" dirty="0"/>
              <a:t>A transaction on Bitcoin </a:t>
            </a:r>
            <a:r>
              <a:rPr lang="en-US" dirty="0" err="1"/>
              <a:t>blockchain</a:t>
            </a:r>
            <a:r>
              <a:rPr lang="en-US" dirty="0"/>
              <a:t> consumes an unspent coin and generates new unspent coins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19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91936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Transaction Format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20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050745"/>
              </p:ext>
            </p:extLst>
          </p:nvPr>
        </p:nvGraphicFramePr>
        <p:xfrm>
          <a:off x="4025421" y="2402859"/>
          <a:ext cx="60960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523373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0225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</a:t>
                      </a:r>
                    </a:p>
                    <a:p>
                      <a:pPr algn="ctr"/>
                      <a:r>
                        <a:rPr lang="en-US" sz="2000" baseline="0" dirty="0"/>
                        <a:t>Index</a:t>
                      </a:r>
                    </a:p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OUTPUT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Value</a:t>
                      </a:r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87107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Lock_time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9521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32678" y="2731591"/>
            <a:ext cx="1403354" cy="677108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10</a:t>
            </a:r>
            <a:r>
              <a:rPr lang="en-US" baseline="30000" dirty="0"/>
              <a:t>8</a:t>
            </a:r>
            <a:r>
              <a:rPr lang="en-US" dirty="0"/>
              <a:t> </a:t>
            </a:r>
            <a:r>
              <a:rPr lang="en-US" dirty="0" err="1"/>
              <a:t>satoshis</a:t>
            </a:r>
            <a:r>
              <a:rPr lang="en-US" dirty="0"/>
              <a:t> = 1 bitcoin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9689" y="3467956"/>
            <a:ext cx="936343" cy="677108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A new coin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0564" y="4227685"/>
            <a:ext cx="2187296" cy="677108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Set to 0 (ignored) or current block#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6902" y="3639539"/>
            <a:ext cx="6863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2516" y="2766705"/>
            <a:ext cx="25307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Unspent amount of Alia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625975" y="3153775"/>
            <a:ext cx="3600173" cy="3209473"/>
            <a:chOff x="48186" y="3282674"/>
            <a:chExt cx="3600173" cy="3209473"/>
          </a:xfrm>
        </p:grpSpPr>
        <p:sp>
          <p:nvSpPr>
            <p:cNvPr id="12" name="Left Brace 11"/>
            <p:cNvSpPr/>
            <p:nvPr/>
          </p:nvSpPr>
          <p:spPr>
            <a:xfrm>
              <a:off x="2946398" y="3282674"/>
              <a:ext cx="277091" cy="402634"/>
            </a:xfrm>
            <a:prstGeom prst="leftBrac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223489" y="3685308"/>
              <a:ext cx="42487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b="48178"/>
            <a:stretch/>
          </p:blipFill>
          <p:spPr>
            <a:xfrm>
              <a:off x="48186" y="4884525"/>
              <a:ext cx="3600173" cy="1607622"/>
            </a:xfrm>
            <a:prstGeom prst="rect">
              <a:avLst/>
            </a:prstGeom>
          </p:spPr>
        </p:pic>
        <p:cxnSp>
          <p:nvCxnSpPr>
            <p:cNvPr id="15" name="Elbow Connector 14"/>
            <p:cNvCxnSpPr/>
            <p:nvPr/>
          </p:nvCxnSpPr>
          <p:spPr>
            <a:xfrm rot="10800000" flipV="1">
              <a:off x="1782618" y="3493226"/>
              <a:ext cx="1163780" cy="1438991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277275" y="5683367"/>
            <a:ext cx="17364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Alia received payment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3519" y="3639539"/>
            <a:ext cx="11600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Babar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3084" y="1699463"/>
            <a:ext cx="35104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Alia paying to Babar</a:t>
            </a:r>
          </a:p>
        </p:txBody>
      </p:sp>
    </p:spTree>
    <p:extLst>
      <p:ext uri="{BB962C8B-B14F-4D97-AF65-F5344CB8AC3E}">
        <p14:creationId xmlns:p14="http://schemas.microsoft.com/office/powerpoint/2010/main" val="75375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597" y="4594528"/>
            <a:ext cx="1916102" cy="10107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Transaction Format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21</a:t>
            </a:fld>
            <a:endParaRPr lang="aa-ET"/>
          </a:p>
        </p:txBody>
      </p:sp>
      <p:sp>
        <p:nvSpPr>
          <p:cNvPr id="18" name="Rectangle 17"/>
          <p:cNvSpPr/>
          <p:nvPr/>
        </p:nvSpPr>
        <p:spPr>
          <a:xfrm>
            <a:off x="5113084" y="1699463"/>
            <a:ext cx="35104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Alia paying to Babar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74659"/>
              </p:ext>
            </p:extLst>
          </p:nvPr>
        </p:nvGraphicFramePr>
        <p:xfrm>
          <a:off x="3849953" y="2528989"/>
          <a:ext cx="6096000" cy="34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523373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02255100"/>
                    </a:ext>
                  </a:extLst>
                </a:gridCol>
              </a:tblGrid>
              <a:tr h="285333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</a:t>
                      </a:r>
                    </a:p>
                    <a:p>
                      <a:pPr algn="ctr"/>
                      <a:r>
                        <a:rPr lang="en-US" sz="2000" baseline="0" dirty="0"/>
                        <a:t>Index</a:t>
                      </a:r>
                    </a:p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871079"/>
                  </a:ext>
                </a:extLst>
              </a:tr>
              <a:tr h="10232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Index = 0</a:t>
                      </a:r>
                    </a:p>
                    <a:p>
                      <a:pPr algn="ctr"/>
                      <a:r>
                        <a:rPr lang="en-US" sz="2000" dirty="0"/>
                        <a:t>Value </a:t>
                      </a:r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916716"/>
                  </a:ext>
                </a:extLst>
              </a:tr>
              <a:tr h="10232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284388"/>
                  </a:ext>
                </a:extLst>
              </a:tr>
              <a:tr h="2788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Lock_time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2099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85648" y="3741662"/>
            <a:ext cx="68637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7048" y="2843956"/>
            <a:ext cx="25307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Unspent amount of Alia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8051" y="3827624"/>
            <a:ext cx="11600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Babar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1857" y="4297806"/>
            <a:ext cx="1809136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Index = 1</a:t>
            </a:r>
          </a:p>
          <a:p>
            <a:pPr algn="ctr"/>
            <a:r>
              <a:rPr lang="en-US" sz="1800" dirty="0"/>
              <a:t>Value </a:t>
            </a:r>
            <a:r>
              <a:rPr lang="en-US" sz="1800" dirty="0" err="1"/>
              <a:t>scriptPubKey</a:t>
            </a:r>
            <a:endParaRPr lang="en-US" sz="1800" dirty="0"/>
          </a:p>
          <a:p>
            <a:pPr algn="ctr"/>
            <a:r>
              <a:rPr lang="en-US" dirty="0">
                <a:solidFill>
                  <a:srgbClr val="0000CC"/>
                </a:solidFill>
              </a:rPr>
              <a:t>Alia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478" y="4340267"/>
            <a:ext cx="2417898" cy="102026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098" y="3036316"/>
            <a:ext cx="2288441" cy="99908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539" y="4540453"/>
            <a:ext cx="2286000" cy="9797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41513" y="6048735"/>
            <a:ext cx="3844135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https://btcscan.org/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4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22</a:t>
            </a:fld>
            <a:endParaRPr lang="aa-ET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ScriptSig</a:t>
            </a:r>
            <a:r>
              <a:rPr lang="en-US" dirty="0"/>
              <a:t> and </a:t>
            </a:r>
            <a:r>
              <a:rPr lang="en-US" dirty="0" err="1"/>
              <a:t>ScriptPubkey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49" y="1348968"/>
            <a:ext cx="4999793" cy="4827997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000" b="1" dirty="0" err="1"/>
              <a:t>ScriptSig</a:t>
            </a:r>
            <a:endParaRPr lang="en-US" sz="3000" b="1" dirty="0"/>
          </a:p>
          <a:p>
            <a:pPr lvl="1">
              <a:spcBef>
                <a:spcPts val="0"/>
              </a:spcBef>
            </a:pPr>
            <a:r>
              <a:rPr lang="en-US" sz="2600" dirty="0"/>
              <a:t>Encodes the signature and public key of the payer</a:t>
            </a:r>
          </a:p>
          <a:p>
            <a:pPr marL="0" indent="0">
              <a:spcBef>
                <a:spcPts val="0"/>
              </a:spcBef>
              <a:buNone/>
            </a:pPr>
            <a:endParaRPr lang="en-US" sz="30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3000" b="1" dirty="0" err="1"/>
              <a:t>ScriptPubkey</a:t>
            </a:r>
            <a:endParaRPr lang="en-US" sz="3000" b="1" dirty="0"/>
          </a:p>
          <a:p>
            <a:pPr lvl="1">
              <a:spcBef>
                <a:spcPts val="0"/>
              </a:spcBef>
            </a:pPr>
            <a:r>
              <a:rPr lang="en-US" sz="2600" dirty="0"/>
              <a:t>Sequence of instructions implementing a predicate (Boolean function)</a:t>
            </a:r>
          </a:p>
          <a:p>
            <a:pPr lvl="1">
              <a:spcBef>
                <a:spcPts val="0"/>
              </a:spcBef>
            </a:pPr>
            <a:r>
              <a:rPr lang="en-US" sz="2600" dirty="0"/>
              <a:t>Takes </a:t>
            </a:r>
            <a:r>
              <a:rPr lang="en-US" sz="2600" dirty="0" err="1"/>
              <a:t>ScriptSig</a:t>
            </a:r>
            <a:r>
              <a:rPr lang="en-US" sz="2600" dirty="0"/>
              <a:t> as input</a:t>
            </a:r>
          </a:p>
          <a:p>
            <a:pPr lvl="2">
              <a:spcBef>
                <a:spcPts val="0"/>
              </a:spcBef>
            </a:pPr>
            <a:r>
              <a:rPr lang="en-US" sz="1900" dirty="0"/>
              <a:t>returns </a:t>
            </a:r>
            <a:r>
              <a:rPr lang="en-US" sz="1900" b="1" dirty="0"/>
              <a:t>True</a:t>
            </a:r>
            <a:r>
              <a:rPr lang="en-US" sz="1900" dirty="0"/>
              <a:t> if input corresponds to legitimate owner of the bitcoin, otherwise returns </a:t>
            </a:r>
            <a:r>
              <a:rPr lang="en-US" sz="1900" b="1" dirty="0"/>
              <a:t>False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pPr marL="342891" lvl="1" indent="0">
              <a:spcBef>
                <a:spcPts val="0"/>
              </a:spcBef>
              <a:buNone/>
            </a:pPr>
            <a:endParaRPr lang="en-US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78280" y="1335114"/>
            <a:ext cx="5249122" cy="4827997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171446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lvl="1" indent="0">
              <a:spcBef>
                <a:spcPts val="0"/>
              </a:spcBef>
              <a:buNone/>
            </a:pPr>
            <a:endParaRPr lang="en-US" sz="2800" b="1" dirty="0"/>
          </a:p>
          <a:p>
            <a:pPr marL="342891" lvl="1" indent="0">
              <a:spcBef>
                <a:spcPts val="0"/>
              </a:spcBef>
              <a:buNone/>
            </a:pPr>
            <a:endParaRPr lang="en-US" sz="2800" b="1" dirty="0"/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b="1" dirty="0"/>
              <a:t>If </a:t>
            </a:r>
            <a:r>
              <a:rPr lang="en-US" sz="2800" dirty="0" err="1"/>
              <a:t>ScriptPubKey</a:t>
            </a:r>
            <a:r>
              <a:rPr lang="en-US" sz="2800" dirty="0"/>
              <a:t>(</a:t>
            </a:r>
            <a:r>
              <a:rPr lang="en-US" sz="2800" dirty="0" err="1"/>
              <a:t>ScriptSig</a:t>
            </a:r>
            <a:r>
              <a:rPr lang="en-US" sz="2800" dirty="0"/>
              <a:t>)</a:t>
            </a:r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b="1" dirty="0"/>
              <a:t>	then </a:t>
            </a:r>
            <a:r>
              <a:rPr lang="en-US" sz="2800" dirty="0"/>
              <a:t>create an output</a:t>
            </a:r>
          </a:p>
          <a:p>
            <a:pPr marL="342891" lvl="1" indent="0">
              <a:spcBef>
                <a:spcPts val="0"/>
              </a:spcBef>
              <a:buNone/>
            </a:pPr>
            <a:endParaRPr lang="en-US" sz="2800" dirty="0"/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b="1" dirty="0"/>
              <a:t>Output</a:t>
            </a:r>
            <a:r>
              <a:rPr lang="en-US" sz="2800" dirty="0"/>
              <a:t> – make payment to payee </a:t>
            </a:r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lock payment to             </a:t>
            </a:r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i="1" dirty="0">
                <a:solidFill>
                  <a:srgbClr val="FF0000"/>
                </a:solidFill>
              </a:rPr>
              <a:t>      Hash(public key of payee) </a:t>
            </a:r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i="1" dirty="0">
                <a:solidFill>
                  <a:srgbClr val="FF0000"/>
                </a:solidFill>
              </a:rPr>
              <a:t>      </a:t>
            </a:r>
            <a:r>
              <a:rPr lang="en-US" sz="2800" b="1" i="1" dirty="0">
                <a:solidFill>
                  <a:srgbClr val="0000CC"/>
                </a:solidFill>
              </a:rPr>
              <a:t>Pay to </a:t>
            </a:r>
            <a:r>
              <a:rPr lang="en-US" sz="2800" b="1" i="1" dirty="0" err="1">
                <a:solidFill>
                  <a:srgbClr val="0000CC"/>
                </a:solidFill>
              </a:rPr>
              <a:t>PubKey</a:t>
            </a:r>
            <a:r>
              <a:rPr lang="en-US" sz="2800" b="1" i="1" dirty="0">
                <a:solidFill>
                  <a:srgbClr val="0000CC"/>
                </a:solidFill>
              </a:rPr>
              <a:t> Hash</a:t>
            </a:r>
          </a:p>
          <a:p>
            <a:pPr marL="342891" lvl="1" indent="0">
              <a:spcBef>
                <a:spcPts val="0"/>
              </a:spcBef>
              <a:buNone/>
            </a:pPr>
            <a:r>
              <a:rPr lang="en-US" sz="2800" i="1" dirty="0">
                <a:solidFill>
                  <a:srgbClr val="FF0000"/>
                </a:solidFill>
              </a:rPr>
              <a:t>     </a:t>
            </a:r>
          </a:p>
          <a:p>
            <a:pPr>
              <a:spcBef>
                <a:spcPts val="0"/>
              </a:spcBef>
            </a:pPr>
            <a:endParaRPr lang="en-US" sz="2800" dirty="0"/>
          </a:p>
          <a:p>
            <a:pPr>
              <a:spcBef>
                <a:spcPts val="0"/>
              </a:spcBef>
            </a:pPr>
            <a:endParaRPr lang="en-US" sz="28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628649" y="6163111"/>
            <a:ext cx="218553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https://btcscan.org/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29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7E61-DCBB-E9C7-E3F9-4869D7C7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3B34-74DF-E5A0-0902-B6574861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</a:t>
            </a:r>
            <a:r>
              <a:rPr lang="en-US" dirty="0">
                <a:latin typeface="+mn-lt"/>
              </a:rPr>
              <a:t>1</a:t>
            </a:r>
            <a:r>
              <a:rPr lang="en-PK" dirty="0">
                <a:latin typeface="+mn-lt"/>
              </a:rPr>
              <a:t>0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Thursday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Feb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19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7D0A4-2361-9C08-6D28-425FF97E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76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24</a:t>
            </a:fld>
            <a:endParaRPr lang="aa-ET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ScriptSig</a:t>
            </a:r>
            <a:r>
              <a:rPr lang="en-US" dirty="0"/>
              <a:t> and </a:t>
            </a:r>
            <a:r>
              <a:rPr lang="en-US" dirty="0" err="1"/>
              <a:t>ScriptPubkey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8649" y="1348968"/>
            <a:ext cx="4999793" cy="4827997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000" b="1" dirty="0" err="1"/>
              <a:t>ScriptSig</a:t>
            </a:r>
            <a:endParaRPr lang="en-US" sz="3000" b="1" dirty="0"/>
          </a:p>
          <a:p>
            <a:pPr lvl="1">
              <a:spcBef>
                <a:spcPts val="0"/>
              </a:spcBef>
            </a:pPr>
            <a:r>
              <a:rPr lang="en-US" sz="2600" dirty="0"/>
              <a:t>Encodes the signature and public key of the payer</a:t>
            </a:r>
          </a:p>
          <a:p>
            <a:pPr marL="0" indent="0">
              <a:spcBef>
                <a:spcPts val="0"/>
              </a:spcBef>
              <a:buNone/>
            </a:pPr>
            <a:endParaRPr lang="en-US" sz="30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3000" b="1" dirty="0" err="1"/>
              <a:t>ScriptPubkey</a:t>
            </a:r>
            <a:endParaRPr lang="en-US" sz="3000" b="1" dirty="0"/>
          </a:p>
          <a:p>
            <a:pPr lvl="1">
              <a:spcBef>
                <a:spcPts val="0"/>
              </a:spcBef>
            </a:pPr>
            <a:r>
              <a:rPr lang="en-US" sz="2600" dirty="0"/>
              <a:t>Sequence of instructions implementing a predicate (Boolean function)</a:t>
            </a:r>
          </a:p>
          <a:p>
            <a:pPr lvl="1">
              <a:spcBef>
                <a:spcPts val="0"/>
              </a:spcBef>
            </a:pPr>
            <a:r>
              <a:rPr lang="en-US" sz="2600" dirty="0"/>
              <a:t>Takes </a:t>
            </a:r>
            <a:r>
              <a:rPr lang="en-US" sz="2600" dirty="0" err="1"/>
              <a:t>ScriptSig</a:t>
            </a:r>
            <a:r>
              <a:rPr lang="en-US" sz="2600" dirty="0"/>
              <a:t> as input</a:t>
            </a:r>
          </a:p>
          <a:p>
            <a:pPr lvl="2">
              <a:spcBef>
                <a:spcPts val="0"/>
              </a:spcBef>
            </a:pPr>
            <a:r>
              <a:rPr lang="en-US" sz="1900" dirty="0"/>
              <a:t>returns </a:t>
            </a:r>
            <a:r>
              <a:rPr lang="en-US" sz="1900" b="1" dirty="0"/>
              <a:t>True</a:t>
            </a:r>
            <a:r>
              <a:rPr lang="en-US" sz="1900" dirty="0"/>
              <a:t> if input corresponds to legitimate owner of the bitcoin, otherwise returns </a:t>
            </a:r>
            <a:r>
              <a:rPr lang="en-US" sz="1900" b="1" dirty="0"/>
              <a:t>False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pPr marL="342891" lvl="1" indent="0">
              <a:spcBef>
                <a:spcPts val="0"/>
              </a:spcBef>
              <a:buNone/>
            </a:pPr>
            <a:endParaRPr lang="en-US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461660" y="3244612"/>
            <a:ext cx="2318327" cy="1913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38" tIns="45719" rIns="91438" bIns="45719" rtlCol="0">
            <a:normAutofit lnSpcReduction="10000"/>
          </a:bodyPr>
          <a:lstStyle>
            <a:lvl1pPr marL="171446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OP_DUP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OP_HASH160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&lt;H(</a:t>
            </a:r>
            <a:r>
              <a:rPr lang="en-US" sz="2400" dirty="0" err="1"/>
              <a:t>pubkey</a:t>
            </a:r>
            <a:r>
              <a:rPr lang="en-US" sz="2400" dirty="0"/>
              <a:t>)&gt;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OP_EQUAVERIFY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OP_CHECKSIG</a:t>
            </a:r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426205" y="1571859"/>
            <a:ext cx="2353781" cy="8719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38" tIns="45719" rIns="91438" bIns="45719" rtlCol="0">
            <a:normAutofit/>
          </a:bodyPr>
          <a:lstStyle>
            <a:lvl1pPr marL="171446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&lt;signature&gt;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&lt;public key&gt;</a:t>
            </a:r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649" y="6163111"/>
            <a:ext cx="218553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https://btcscan.org/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6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7"/>
            <a:ext cx="4408503" cy="482799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Pay to </a:t>
            </a:r>
            <a:r>
              <a:rPr lang="en-US" b="1" dirty="0" err="1"/>
              <a:t>PubkeyHash</a:t>
            </a:r>
            <a:r>
              <a:rPr lang="en-US" b="1" dirty="0"/>
              <a:t> (P2PKH)</a:t>
            </a:r>
          </a:p>
          <a:p>
            <a:r>
              <a:rPr lang="en-US" dirty="0"/>
              <a:t>Payment is made to a public key</a:t>
            </a:r>
          </a:p>
          <a:p>
            <a:r>
              <a:rPr lang="en-US" dirty="0" err="1"/>
              <a:t>Pubkeys</a:t>
            </a:r>
            <a:r>
              <a:rPr lang="en-US" dirty="0"/>
              <a:t> are big in size (64 bytes), a hash of </a:t>
            </a:r>
            <a:r>
              <a:rPr lang="en-US" dirty="0" err="1"/>
              <a:t>pubkey</a:t>
            </a:r>
            <a:r>
              <a:rPr lang="en-US" dirty="0"/>
              <a:t> is only 20 bytes</a:t>
            </a:r>
          </a:p>
          <a:p>
            <a:r>
              <a:rPr lang="en-US" dirty="0"/>
              <a:t>In the </a:t>
            </a:r>
            <a:r>
              <a:rPr lang="en-US" dirty="0" err="1"/>
              <a:t>scriptPubKey</a:t>
            </a:r>
            <a:r>
              <a:rPr lang="en-US" dirty="0"/>
              <a:t>, output (unspent bit coin) is locked to Hash of a Public key</a:t>
            </a:r>
          </a:p>
          <a:p>
            <a:r>
              <a:rPr lang="en-US" dirty="0"/>
              <a:t>Only payee can unlock the  unspent bit coin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25</a:t>
            </a:fld>
            <a:endParaRPr lang="aa-ET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44898" y="1346986"/>
            <a:ext cx="2937789" cy="2017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38" tIns="45719" rIns="91438" bIns="45719" rtlCol="0">
            <a:normAutofit/>
          </a:bodyPr>
          <a:lstStyle>
            <a:lvl1pPr marL="171446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OP_DUP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OP_HASH160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&lt;H(</a:t>
            </a:r>
            <a:r>
              <a:rPr lang="en-US" sz="2400" dirty="0" err="1"/>
              <a:t>pubkey</a:t>
            </a:r>
            <a:r>
              <a:rPr lang="en-US" sz="2400" dirty="0"/>
              <a:t>)&gt;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OP_EQUAVERIFY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400" dirty="0"/>
              <a:t>OP_CHECKSIG</a:t>
            </a:r>
            <a:endParaRPr lang="en-US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 lvl="1">
              <a:spcBef>
                <a:spcPts val="0"/>
              </a:spcBef>
            </a:pPr>
            <a:endParaRPr lang="en-US" b="1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649" y="6163111"/>
            <a:ext cx="218553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https://btcscan.org/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3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26</a:t>
            </a:fld>
            <a:endParaRPr lang="aa-ET"/>
          </a:p>
        </p:txBody>
      </p:sp>
      <p:sp>
        <p:nvSpPr>
          <p:cNvPr id="5" name="Rectangle 4"/>
          <p:cNvSpPr/>
          <p:nvPr/>
        </p:nvSpPr>
        <p:spPr>
          <a:xfrm>
            <a:off x="1384917" y="1589101"/>
            <a:ext cx="2343705" cy="14648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2556770" y="1589101"/>
            <a:ext cx="0" cy="1464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556770" y="2032985"/>
            <a:ext cx="1171852" cy="8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556770" y="2565643"/>
            <a:ext cx="11718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384917" y="3053917"/>
            <a:ext cx="2343705" cy="506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Txid</a:t>
            </a:r>
            <a:r>
              <a:rPr lang="en-US" dirty="0"/>
              <a:t>: 054438A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384917" y="2290436"/>
            <a:ext cx="1171853" cy="44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83875" y="3925412"/>
            <a:ext cx="2343705" cy="14648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7" idx="0"/>
            <a:endCxn id="17" idx="2"/>
          </p:cNvCxnSpPr>
          <p:nvPr/>
        </p:nvCxnSpPr>
        <p:spPr>
          <a:xfrm>
            <a:off x="4555728" y="3925412"/>
            <a:ext cx="0" cy="1464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555728" y="4307150"/>
            <a:ext cx="1171852" cy="8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555728" y="4688890"/>
            <a:ext cx="11718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383875" y="5390228"/>
            <a:ext cx="2343705" cy="506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Txid</a:t>
            </a:r>
            <a:r>
              <a:rPr lang="en-US" dirty="0"/>
              <a:t>: 0ABD389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3383875" y="4484702"/>
            <a:ext cx="1171853" cy="44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57206" y="5089868"/>
            <a:ext cx="11718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367597" y="4912312"/>
            <a:ext cx="1171853" cy="44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375626"/>
              </p:ext>
            </p:extLst>
          </p:nvPr>
        </p:nvGraphicFramePr>
        <p:xfrm>
          <a:off x="7519387" y="1817708"/>
          <a:ext cx="3888420" cy="307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4210">
                  <a:extLst>
                    <a:ext uri="{9D8B030D-6E8A-4147-A177-3AD203B41FA5}">
                      <a16:colId xmlns:a16="http://schemas.microsoft.com/office/drawing/2014/main" val="2378509577"/>
                    </a:ext>
                  </a:extLst>
                </a:gridCol>
                <a:gridCol w="1944210">
                  <a:extLst>
                    <a:ext uri="{9D8B030D-6E8A-4147-A177-3AD203B41FA5}">
                      <a16:colId xmlns:a16="http://schemas.microsoft.com/office/drawing/2014/main" val="2681019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Txid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: 054438A</a:t>
                      </a:r>
                    </a:p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Index: 1</a:t>
                      </a:r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scriptSig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Value:</a:t>
                      </a:r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scriptPubkey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547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Txid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: 0ABD389</a:t>
                      </a:r>
                    </a:p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Index: 3</a:t>
                      </a:r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scriptSig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Value:</a:t>
                      </a:r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scriptPubkey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  <a:p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978809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>
            <a:endCxn id="5" idx="3"/>
          </p:cNvCxnSpPr>
          <p:nvPr/>
        </p:nvCxnSpPr>
        <p:spPr>
          <a:xfrm flipH="1" flipV="1">
            <a:off x="3728622" y="2321509"/>
            <a:ext cx="3790765" cy="306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5727580" y="4119239"/>
            <a:ext cx="1791807" cy="1118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64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2680" t="8223" r="1350" b="7768"/>
          <a:stretch/>
        </p:blipFill>
        <p:spPr>
          <a:xfrm>
            <a:off x="533605" y="1029820"/>
            <a:ext cx="11001641" cy="5654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Format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27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6592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28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287649"/>
              </p:ext>
            </p:extLst>
          </p:nvPr>
        </p:nvGraphicFramePr>
        <p:xfrm>
          <a:off x="1899868" y="1745343"/>
          <a:ext cx="8714644" cy="452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l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l"/>
                      <a:r>
                        <a:rPr lang="en-US" sz="1200" dirty="0"/>
                        <a:t>304402205e4a6ac74d35de1ffc1188f717273bada586b3de78f6844a548d548b0d27634c02207b127fa009b9d755b848772dcee21c4a05554501fd5e0d8a60ee8b9f9d13da7d01</a:t>
                      </a:r>
                    </a:p>
                    <a:p>
                      <a:pPr algn="l"/>
                      <a:endParaRPr lang="en-US" sz="1100" dirty="0"/>
                    </a:p>
                    <a:p>
                      <a:pPr algn="l"/>
                      <a:r>
                        <a:rPr lang="en-US" sz="1200" dirty="0"/>
                        <a:t>026a7cd9a8f65b260bd459d8c1e823110a699391cbaabb6a4304a5e680b2ab2cf8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52088" y="979057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3"/>
              </a:rPr>
              <a:t>7cc90809ea6c90899086ed8607eea8dcc1bbe2ee3fbaa662f3f597888575c4c9</a:t>
            </a:r>
            <a:r>
              <a:rPr lang="en-US" dirty="0">
                <a:hlinkClick r:id="rId4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79287" y="6252359"/>
            <a:ext cx="263236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Fees: </a:t>
            </a:r>
            <a:r>
              <a:rPr lang="en-US" dirty="0"/>
              <a:t>0.00003616 BTC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68" y="5150687"/>
            <a:ext cx="441960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Input: </a:t>
            </a:r>
          </a:p>
          <a:p>
            <a:r>
              <a:rPr lang="en-US" sz="1800" dirty="0"/>
              <a:t>0.00025302 + </a:t>
            </a:r>
            <a:r>
              <a:rPr lang="en-US" dirty="0"/>
              <a:t> </a:t>
            </a:r>
            <a:r>
              <a:rPr lang="en-US" sz="1800" dirty="0"/>
              <a:t>0.01094000 + 0.00003616 </a:t>
            </a:r>
          </a:p>
          <a:p>
            <a:r>
              <a:rPr lang="en-US" sz="1800" dirty="0"/>
              <a:t>= 0.01122918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20380" y="3546818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9309" y="4919854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CC"/>
                </a:solidFill>
              </a:rPr>
              <a:t>Alia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6909" y="2980233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CC"/>
                </a:solidFill>
              </a:rPr>
              <a:t>Babar</a:t>
            </a:r>
          </a:p>
        </p:txBody>
      </p:sp>
    </p:spTree>
    <p:extLst>
      <p:ext uri="{BB962C8B-B14F-4D97-AF65-F5344CB8AC3E}">
        <p14:creationId xmlns:p14="http://schemas.microsoft.com/office/powerpoint/2010/main" val="132597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29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97891" y="1745343"/>
          <a:ext cx="8862424" cy="41235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43121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algn="l"/>
                      <a:r>
                        <a:rPr lang="en-US" sz="1400" dirty="0"/>
                        <a:t>304402205e4a6ac74d35de1ffc1188f717273bada586b3de78f6844a548d548b0d27634c02207b127fa009b9d755b848772dcee21c4a05554501fd5e0d8a60ee8b9f9d13da7d01</a:t>
                      </a: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ScriptPubKey</a:t>
                      </a:r>
                      <a:endParaRPr lang="en-US" sz="2400" b="1" dirty="0"/>
                    </a:p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</a:rPr>
                        <a:t>(from Prev. Transaction)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Value: 0.01122918 BTC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3"/>
              </a:rPr>
              <a:t>7cc90809ea6c90899086ed8607eea8dcc1bbe2ee3fbaa662f3f597888575c4c9</a:t>
            </a:r>
            <a:r>
              <a:rPr lang="en-US" dirty="0">
                <a:hlinkClick r:id="rId4"/>
              </a:rPr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072197" y="3576290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9304" y="5825358"/>
            <a:ext cx="848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We need to check that the locked bitcoin in the previous transaction belong to Alia</a:t>
            </a:r>
          </a:p>
        </p:txBody>
      </p:sp>
    </p:spTree>
    <p:extLst>
      <p:ext uri="{BB962C8B-B14F-4D97-AF65-F5344CB8AC3E}">
        <p14:creationId xmlns:p14="http://schemas.microsoft.com/office/powerpoint/2010/main" val="403337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30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112872"/>
              </p:ext>
            </p:extLst>
          </p:nvPr>
        </p:nvGraphicFramePr>
        <p:xfrm>
          <a:off x="1597891" y="17406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18181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algn="l"/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3"/>
              </a:rPr>
              <a:t>7cc90809ea6c90899086ed8607eea8dcc1bbe2ee3fbaa662f3f597888575c4c9</a:t>
            </a:r>
            <a:r>
              <a:rPr lang="en-US" dirty="0">
                <a:hlinkClick r:id="rId4"/>
              </a:rPr>
              <a:t>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96384"/>
              </p:ext>
            </p:extLst>
          </p:nvPr>
        </p:nvGraphicFramePr>
        <p:xfrm>
          <a:off x="6211588" y="2651299"/>
          <a:ext cx="4119418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22411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49555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61140"/>
              </p:ext>
            </p:extLst>
          </p:nvPr>
        </p:nvGraphicFramePr>
        <p:xfrm>
          <a:off x="6211588" y="2468418"/>
          <a:ext cx="4119418" cy="394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179698"/>
              </p:ext>
            </p:extLst>
          </p:nvPr>
        </p:nvGraphicFramePr>
        <p:xfrm>
          <a:off x="1597891" y="17406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18181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algn="l"/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>
                          <a:solidFill>
                            <a:srgbClr val="0000CC"/>
                          </a:solidFill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>
                          <a:solidFill>
                            <a:srgbClr val="009900"/>
                          </a:solidFill>
                        </a:rPr>
                        <a:t> </a:t>
                      </a:r>
                      <a:r>
                        <a:rPr lang="en-US" sz="1400" dirty="0"/>
                        <a:t>&gt;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26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855079"/>
              </p:ext>
            </p:extLst>
          </p:nvPr>
        </p:nvGraphicFramePr>
        <p:xfrm>
          <a:off x="6211588" y="2468418"/>
          <a:ext cx="4119418" cy="385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19044"/>
              </p:ext>
            </p:extLst>
          </p:nvPr>
        </p:nvGraphicFramePr>
        <p:xfrm>
          <a:off x="1597891" y="17406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18181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algn="l"/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0000CC"/>
                          </a:solidFill>
                        </a:rPr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18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33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056062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rgbClr val="0000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33282"/>
              </p:ext>
            </p:extLst>
          </p:nvPr>
        </p:nvGraphicFramePr>
        <p:xfrm>
          <a:off x="6211588" y="2468418"/>
          <a:ext cx="4119418" cy="405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73531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889247"/>
              </p:ext>
            </p:extLst>
          </p:nvPr>
        </p:nvGraphicFramePr>
        <p:xfrm>
          <a:off x="6211588" y="2468418"/>
          <a:ext cx="4119418" cy="405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443029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rgbClr val="0099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OP_HASH160</a:t>
                      </a:r>
                      <a:endParaRPr lang="en-US" sz="2000" b="0" i="0" kern="1200" dirty="0">
                        <a:solidFill>
                          <a:srgbClr val="0099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9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11588" y="2468418"/>
          <a:ext cx="4119418" cy="405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76960c3d0cdf8076ecd0cc220022384475aff76e</a:t>
                      </a:r>
                    </a:p>
                    <a:p>
                      <a:endParaRPr lang="en-US" sz="16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894442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rgbClr val="0099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OP_HASH160</a:t>
                      </a:r>
                      <a:endParaRPr lang="en-US" sz="2000" b="0" i="0" kern="1200" dirty="0">
                        <a:solidFill>
                          <a:srgbClr val="0099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24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55515"/>
              </p:ext>
            </p:extLst>
          </p:nvPr>
        </p:nvGraphicFramePr>
        <p:xfrm>
          <a:off x="6211588" y="2468418"/>
          <a:ext cx="4119418" cy="400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76960c3d0cdf8076ecd0cc220022384475aff76e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76960c3d0cdf8076ecd0cc220022384475aff76e</a:t>
                      </a:r>
                    </a:p>
                    <a:p>
                      <a:endParaRPr lang="en-US" sz="16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775063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b="0" i="0" kern="1200" dirty="0">
                          <a:solidFill>
                            <a:srgbClr val="0000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076960c3d0cdf8076ecd0cc220022384475aff76e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69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95FD-54AD-D212-3D41-B3061D1C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D039-215E-742E-9A54-E96B4DD9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3C5D7-E86E-FBB2-3014-CA5EAE90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DC318-C3ED-B20C-D68F-08E1A7F7A09D}"/>
              </a:ext>
            </a:extLst>
          </p:cNvPr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8F2ED-4825-0000-0122-9B8024FE0641}"/>
              </a:ext>
            </a:extLst>
          </p:cNvPr>
          <p:cNvGraphicFramePr>
            <a:graphicFrameLocks noGrp="1"/>
          </p:cNvGraphicFramePr>
          <p:nvPr/>
        </p:nvGraphicFramePr>
        <p:xfrm>
          <a:off x="6211588" y="2468418"/>
          <a:ext cx="4119418" cy="400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76960c3d0cdf8076ecd0cc220022384475aff76e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76960c3d0cdf8076ecd0cc220022384475aff76e</a:t>
                      </a:r>
                    </a:p>
                    <a:p>
                      <a:endParaRPr lang="en-US" sz="16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AFD251-A59F-39F5-AA2D-A8F53F119472}"/>
              </a:ext>
            </a:extLst>
          </p:cNvPr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10A85E-BE77-7B31-30AD-A82D1BDED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296687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653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5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68989"/>
              </p:ext>
            </p:extLst>
          </p:nvPr>
        </p:nvGraphicFramePr>
        <p:xfrm>
          <a:off x="6211588" y="2468418"/>
          <a:ext cx="4119418" cy="385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603477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85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035900"/>
              </p:ext>
            </p:extLst>
          </p:nvPr>
        </p:nvGraphicFramePr>
        <p:xfrm>
          <a:off x="6211588" y="2468418"/>
          <a:ext cx="4119418" cy="385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026a7cd9a8f65b260bd459d8c1e823110a699391cbaabb6a4304a5e680b2ab2cf8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304402205e4a6ac74d35de1ffc1188f717273bada586b3de78f6844a548d548b0d27634c02207b127fa009b9d755b848772dcee21c4a05554501fd5e0d8a60ee8b9f9d13da7d01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011970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Alia’s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rgbClr val="0000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17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40</a:t>
            </a:fld>
            <a:endParaRPr lang="en-US" dirty="0"/>
          </a:p>
        </p:txBody>
      </p:sp>
      <p:pic>
        <p:nvPicPr>
          <p:cNvPr id="2050" name="Picture 2" descr="verify Digital signa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502" y="2103438"/>
            <a:ext cx="7906849" cy="306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152651" y="5547265"/>
            <a:ext cx="78924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https://signyourdoc.com/verify-digital-signature/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89241" y="2411381"/>
            <a:ext cx="2969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</a:rPr>
              <a:t>Tran. excluding signature </a:t>
            </a:r>
          </a:p>
          <a:p>
            <a:r>
              <a:rPr lang="en-US" sz="1600" dirty="0">
                <a:solidFill>
                  <a:srgbClr val="0000CC"/>
                </a:solidFill>
              </a:rPr>
              <a:t>= Payer||Payee||Value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9240" y="3477330"/>
            <a:ext cx="48374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CC"/>
                </a:solidFill>
              </a:rPr>
              <a:t>Sig</a:t>
            </a:r>
            <a:r>
              <a:rPr lang="en-US" sz="1600" baseline="-25000" dirty="0" err="1">
                <a:solidFill>
                  <a:srgbClr val="0000CC"/>
                </a:solidFill>
              </a:rPr>
              <a:t>Alia</a:t>
            </a:r>
            <a:r>
              <a:rPr lang="en-US" sz="1600" dirty="0">
                <a:solidFill>
                  <a:srgbClr val="0000CC"/>
                </a:solidFill>
              </a:rPr>
              <a:t>(H(Payer||Payee||Value))</a:t>
            </a:r>
            <a:endParaRPr lang="en-US" sz="1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58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 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3550"/>
              </p:ext>
            </p:extLst>
          </p:nvPr>
        </p:nvGraphicFramePr>
        <p:xfrm>
          <a:off x="6211588" y="2468418"/>
          <a:ext cx="4119418" cy="385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True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1589" y="204123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747260"/>
              </p:ext>
            </p:extLst>
          </p:nvPr>
        </p:nvGraphicFramePr>
        <p:xfrm>
          <a:off x="1597891" y="1813097"/>
          <a:ext cx="4431212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4636654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r>
                        <a:rPr lang="en-US" sz="2000" baseline="0" dirty="0"/>
                        <a:t>: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304402205e4a6ac74d35de1ffc1188f717273bada586b3de78f6844a548d548b0d27634c02207b127fa009b9d755b848772dcee21c4a05554501fd5e0d8a60ee8b9f9d13da7d01 &gt;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200" dirty="0"/>
                    </a:p>
                    <a:p>
                      <a:pPr algn="l"/>
                      <a:r>
                        <a:rPr lang="en-US" sz="1400" dirty="0"/>
                        <a:t>&lt;</a:t>
                      </a:r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&gt; </a:t>
                      </a:r>
                      <a:r>
                        <a:rPr lang="en-US" sz="1100" dirty="0"/>
                        <a:t>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8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13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5671" y="1745343"/>
          <a:ext cx="8714644" cy="452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l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l"/>
                      <a:r>
                        <a:rPr lang="en-US" sz="1200" dirty="0"/>
                        <a:t>304402205e4a6ac74d35de1ffc1188f717273bada586b3de78f6844a548d548b0d27634c02207b127fa009b9d755b848772dcee21c4a05554501fd5e0d8a60ee8b9f9d13da7d01</a:t>
                      </a:r>
                    </a:p>
                    <a:p>
                      <a:pPr algn="l"/>
                      <a:endParaRPr lang="en-US" sz="1100" dirty="0"/>
                    </a:p>
                    <a:p>
                      <a:pPr algn="l"/>
                      <a:r>
                        <a:rPr lang="en-US" sz="1200" dirty="0"/>
                        <a:t>026a7cd9a8f65b260bd459d8c1e823110a699391cbaabb6a4304a5e680b2ab2cf8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3"/>
              </a:rPr>
              <a:t>7cc90809ea6c90899086ed8607eea8dcc1bbe2ee3fbaa662f3f597888575c4c9</a:t>
            </a:r>
            <a:r>
              <a:rPr lang="en-US" dirty="0">
                <a:hlinkClick r:id="rId4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25091" y="6263886"/>
            <a:ext cx="263236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Fees: </a:t>
            </a:r>
            <a:r>
              <a:rPr lang="en-US" dirty="0"/>
              <a:t>0.00003616 BTC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5671" y="5150687"/>
            <a:ext cx="441960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Input: </a:t>
            </a:r>
          </a:p>
          <a:p>
            <a:r>
              <a:rPr lang="en-US" sz="1800" dirty="0"/>
              <a:t>0.00025302 + </a:t>
            </a:r>
            <a:r>
              <a:rPr lang="en-US" dirty="0"/>
              <a:t> </a:t>
            </a:r>
            <a:r>
              <a:rPr lang="en-US" sz="1800" dirty="0"/>
              <a:t>0.01094000 + 0.00003616 </a:t>
            </a:r>
          </a:p>
          <a:p>
            <a:r>
              <a:rPr lang="en-US" sz="1800" dirty="0"/>
              <a:t>= 0.01122918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666184" y="3546819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5113" y="4919855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CC"/>
                </a:solidFill>
              </a:rPr>
              <a:t>Alia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713" y="2980234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CC"/>
                </a:solidFill>
              </a:rPr>
              <a:t>Babar</a:t>
            </a:r>
          </a:p>
        </p:txBody>
      </p:sp>
    </p:spTree>
    <p:extLst>
      <p:ext uri="{BB962C8B-B14F-4D97-AF65-F5344CB8AC3E}">
        <p14:creationId xmlns:p14="http://schemas.microsoft.com/office/powerpoint/2010/main" val="97964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43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5671" y="1745343"/>
          <a:ext cx="8714644" cy="473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90437" y="2953489"/>
            <a:ext cx="4572000" cy="9694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891" lvl="1"/>
            <a:endParaRPr lang="en-US" b="1" dirty="0"/>
          </a:p>
          <a:p>
            <a:pPr marL="342891" lvl="1"/>
            <a:r>
              <a:rPr lang="en-US" b="1" dirty="0"/>
              <a:t>If </a:t>
            </a:r>
            <a:r>
              <a:rPr lang="en-US" dirty="0" err="1"/>
              <a:t>ScriptPubKey</a:t>
            </a:r>
            <a:r>
              <a:rPr lang="en-US" dirty="0"/>
              <a:t>(</a:t>
            </a:r>
            <a:r>
              <a:rPr lang="en-US" dirty="0" err="1"/>
              <a:t>ScriptSig</a:t>
            </a:r>
            <a:r>
              <a:rPr lang="en-US" dirty="0"/>
              <a:t>)</a:t>
            </a:r>
          </a:p>
          <a:p>
            <a:pPr marL="342891" lvl="1"/>
            <a:r>
              <a:rPr lang="en-US" b="1" dirty="0"/>
              <a:t>	then </a:t>
            </a:r>
            <a:r>
              <a:rPr lang="en-US" dirty="0"/>
              <a:t>create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4494" y="2953490"/>
            <a:ext cx="322122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Lock to Babar’s </a:t>
            </a:r>
            <a:r>
              <a:rPr lang="en-US" dirty="0" err="1">
                <a:solidFill>
                  <a:srgbClr val="0000CC"/>
                </a:solidFill>
              </a:rPr>
              <a:t>PubKey</a:t>
            </a:r>
            <a:r>
              <a:rPr lang="en-US" dirty="0">
                <a:solidFill>
                  <a:srgbClr val="0000CC"/>
                </a:solidFill>
              </a:rPr>
              <a:t> 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4494" y="5278819"/>
            <a:ext cx="322122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Lock to </a:t>
            </a:r>
            <a:r>
              <a:rPr lang="en-US" dirty="0" err="1">
                <a:solidFill>
                  <a:srgbClr val="0000CC"/>
                </a:solidFill>
              </a:rPr>
              <a:t>Alia’s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PubKey</a:t>
            </a:r>
            <a:r>
              <a:rPr lang="en-US" dirty="0">
                <a:solidFill>
                  <a:srgbClr val="0000CC"/>
                </a:solidFill>
              </a:rPr>
              <a:t>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71" y="4446146"/>
            <a:ext cx="32212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If transaction inputs are valid then</a:t>
            </a:r>
          </a:p>
        </p:txBody>
      </p:sp>
    </p:spTree>
    <p:extLst>
      <p:ext uri="{BB962C8B-B14F-4D97-AF65-F5344CB8AC3E}">
        <p14:creationId xmlns:p14="http://schemas.microsoft.com/office/powerpoint/2010/main" val="110839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Theme_Ayesh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Ayesha" id="{AE0499E2-76F2-4F63-850D-D79D88549216}" vid="{195E5D1D-B7AE-4F98-A698-07C949503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Theme_Ayesha</Template>
  <TotalTime>2865</TotalTime>
  <Words>2120</Words>
  <Application>Microsoft Office PowerPoint</Application>
  <PresentationFormat>Widescreen</PresentationFormat>
  <Paragraphs>672</Paragraphs>
  <Slides>43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Calibri Light</vt:lpstr>
      <vt:lpstr>Candara</vt:lpstr>
      <vt:lpstr>Consolas</vt:lpstr>
      <vt:lpstr>System Font Regular</vt:lpstr>
      <vt:lpstr>Wingdings</vt:lpstr>
      <vt:lpstr>Theme_Ayesha</vt:lpstr>
      <vt:lpstr>Office Theme</vt:lpstr>
      <vt:lpstr>Introduction to Blockchain  CSE-355</vt:lpstr>
      <vt:lpstr>Lecture 09 Tuesday, Feb 17, 2026</vt:lpstr>
      <vt:lpstr>What Is a Token?</vt:lpstr>
      <vt:lpstr>Coins vs Tokens</vt:lpstr>
      <vt:lpstr>What Does a Token Represent?</vt:lpstr>
      <vt:lpstr>How does a token work?</vt:lpstr>
      <vt:lpstr>Stablecoins</vt:lpstr>
      <vt:lpstr>USDC(Circle)/USDT(Tether Limited)</vt:lpstr>
      <vt:lpstr>Arbitrage</vt:lpstr>
      <vt:lpstr>ARTs versus EMTs</vt:lpstr>
      <vt:lpstr>Bitcoin Transactions</vt:lpstr>
      <vt:lpstr>Outline</vt:lpstr>
      <vt:lpstr>Financial Transactions</vt:lpstr>
      <vt:lpstr>Financial Transactions</vt:lpstr>
      <vt:lpstr>Financial Transactions</vt:lpstr>
      <vt:lpstr>Financial Transactions</vt:lpstr>
      <vt:lpstr>Replay Attack</vt:lpstr>
      <vt:lpstr>Replay Attacks</vt:lpstr>
      <vt:lpstr>Bitcoin Transaction</vt:lpstr>
      <vt:lpstr>Bitcoin Transaction</vt:lpstr>
      <vt:lpstr>Bitcoin Transaction</vt:lpstr>
      <vt:lpstr>ScriptSig and ScriptPubkey</vt:lpstr>
      <vt:lpstr>Lecture 10 Thursday, Feb 19, 2026</vt:lpstr>
      <vt:lpstr>ScriptSig and ScriptPubkey</vt:lpstr>
      <vt:lpstr>Bitcoin Transaction (legacy)</vt:lpstr>
      <vt:lpstr>Bitcoin Transaction</vt:lpstr>
      <vt:lpstr>Bitcoin Transaction Format (legacy)</vt:lpstr>
      <vt:lpstr>Bitcoin Transaction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Execution</vt:lpstr>
      <vt:lpstr>Bitcoin Transaction (legacy)</vt:lpstr>
      <vt:lpstr>Bitcoin Transaction (legacy)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Fault Management in Business Processes</dc:title>
  <dc:creator>Muhammad Adeel Zahid</dc:creator>
  <cp:lastModifiedBy>Dr. Ahmed Akhtar / Assistant Professor</cp:lastModifiedBy>
  <cp:revision>143</cp:revision>
  <cp:lastPrinted>2025-09-25T13:46:33Z</cp:lastPrinted>
  <dcterms:created xsi:type="dcterms:W3CDTF">2019-06-07T14:41:21Z</dcterms:created>
  <dcterms:modified xsi:type="dcterms:W3CDTF">2026-02-19T06:25:28Z</dcterms:modified>
</cp:coreProperties>
</file>