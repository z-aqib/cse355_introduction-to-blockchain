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70"/>
  </p:notesMasterIdLst>
  <p:handoutMasterIdLst>
    <p:handoutMasterId r:id="rId71"/>
  </p:handoutMasterIdLst>
  <p:sldIdLst>
    <p:sldId id="1585" r:id="rId3"/>
    <p:sldId id="1542" r:id="rId4"/>
    <p:sldId id="494" r:id="rId5"/>
    <p:sldId id="495" r:id="rId6"/>
    <p:sldId id="496" r:id="rId7"/>
    <p:sldId id="504" r:id="rId8"/>
    <p:sldId id="505" r:id="rId9"/>
    <p:sldId id="506" r:id="rId10"/>
    <p:sldId id="507" r:id="rId11"/>
    <p:sldId id="508" r:id="rId12"/>
    <p:sldId id="509" r:id="rId13"/>
    <p:sldId id="510" r:id="rId14"/>
    <p:sldId id="511" r:id="rId15"/>
    <p:sldId id="499" r:id="rId16"/>
    <p:sldId id="512" r:id="rId17"/>
    <p:sldId id="513" r:id="rId18"/>
    <p:sldId id="514" r:id="rId19"/>
    <p:sldId id="515" r:id="rId20"/>
    <p:sldId id="516" r:id="rId21"/>
    <p:sldId id="517" r:id="rId22"/>
    <p:sldId id="518" r:id="rId23"/>
    <p:sldId id="519" r:id="rId24"/>
    <p:sldId id="520" r:id="rId25"/>
    <p:sldId id="521" r:id="rId26"/>
    <p:sldId id="522" r:id="rId27"/>
    <p:sldId id="523" r:id="rId28"/>
    <p:sldId id="524" r:id="rId29"/>
    <p:sldId id="525" r:id="rId30"/>
    <p:sldId id="526" r:id="rId31"/>
    <p:sldId id="527" r:id="rId32"/>
    <p:sldId id="528" r:id="rId33"/>
    <p:sldId id="529" r:id="rId34"/>
    <p:sldId id="530" r:id="rId35"/>
    <p:sldId id="1586" r:id="rId36"/>
    <p:sldId id="532" r:id="rId37"/>
    <p:sldId id="533" r:id="rId38"/>
    <p:sldId id="534" r:id="rId39"/>
    <p:sldId id="536" r:id="rId40"/>
    <p:sldId id="546" r:id="rId41"/>
    <p:sldId id="537" r:id="rId42"/>
    <p:sldId id="547" r:id="rId43"/>
    <p:sldId id="538" r:id="rId44"/>
    <p:sldId id="548" r:id="rId45"/>
    <p:sldId id="1588" r:id="rId46"/>
    <p:sldId id="1589" r:id="rId47"/>
    <p:sldId id="549" r:id="rId48"/>
    <p:sldId id="539" r:id="rId49"/>
    <p:sldId id="540" r:id="rId50"/>
    <p:sldId id="541" r:id="rId51"/>
    <p:sldId id="542" r:id="rId52"/>
    <p:sldId id="543" r:id="rId53"/>
    <p:sldId id="544" r:id="rId54"/>
    <p:sldId id="1587" r:id="rId55"/>
    <p:sldId id="551" r:id="rId56"/>
    <p:sldId id="552" r:id="rId57"/>
    <p:sldId id="553" r:id="rId58"/>
    <p:sldId id="554" r:id="rId59"/>
    <p:sldId id="1591" r:id="rId60"/>
    <p:sldId id="1590" r:id="rId61"/>
    <p:sldId id="555" r:id="rId62"/>
    <p:sldId id="556" r:id="rId63"/>
    <p:sldId id="557" r:id="rId64"/>
    <p:sldId id="626" r:id="rId65"/>
    <p:sldId id="628" r:id="rId66"/>
    <p:sldId id="629" r:id="rId67"/>
    <p:sldId id="630" r:id="rId68"/>
    <p:sldId id="531" r:id="rId69"/>
  </p:sldIdLst>
  <p:sldSz cx="12192000" cy="6858000"/>
  <p:notesSz cx="7010400" cy="9296400"/>
  <p:defaultTextStyle>
    <a:defPPr>
      <a:defRPr lang="en-U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accent1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107E54"/>
    <a:srgbClr val="E0B6D1"/>
    <a:srgbClr val="FF9900"/>
    <a:srgbClr val="CC00CC"/>
    <a:srgbClr val="476B9F"/>
    <a:srgbClr val="FFFA00"/>
    <a:srgbClr val="FFFF00"/>
    <a:srgbClr val="ED7D31"/>
    <a:srgbClr val="5A27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C31B57-D695-4D43-B802-F928EFAFF53E}" v="82" dt="2026-02-27T10:51:21.7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8" y="10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microsoft.com/office/2015/10/relationships/revisionInfo" Target="revisionInfo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microsoft.com/office/2016/11/relationships/changesInfo" Target="changesInfos/changesInfo1.xml"/><Relationship Id="rId7" Type="http://schemas.openxmlformats.org/officeDocument/2006/relationships/slide" Target="slides/slide5.xml"/><Relationship Id="rId71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Akhtar" userId="24df8cbf-c4bb-4b0f-990a-c34b46f32809" providerId="ADAL" clId="{7B603757-AF4F-447D-9CF3-5B3B3781D1BD}"/>
    <pc:docChg chg="undo custSel addSld delSld modSld sldOrd modMainMaster">
      <pc:chgData name="Ahmed Akhtar" userId="24df8cbf-c4bb-4b0f-990a-c34b46f32809" providerId="ADAL" clId="{7B603757-AF4F-447D-9CF3-5B3B3781D1BD}" dt="2026-02-27T10:51:21.763" v="247" actId="1036"/>
      <pc:docMkLst>
        <pc:docMk/>
      </pc:docMkLst>
      <pc:sldChg chg="addAnim delAnim">
        <pc:chgData name="Ahmed Akhtar" userId="24df8cbf-c4bb-4b0f-990a-c34b46f32809" providerId="ADAL" clId="{7B603757-AF4F-447D-9CF3-5B3B3781D1BD}" dt="2026-02-24T06:52:36.052" v="71"/>
        <pc:sldMkLst>
          <pc:docMk/>
          <pc:sldMk cId="684741225" sldId="499"/>
        </pc:sldMkLst>
      </pc:sldChg>
      <pc:sldChg chg="modSp mod modAnim">
        <pc:chgData name="Ahmed Akhtar" userId="24df8cbf-c4bb-4b0f-990a-c34b46f32809" providerId="ADAL" clId="{7B603757-AF4F-447D-9CF3-5B3B3781D1BD}" dt="2026-02-24T06:43:24.613" v="70"/>
        <pc:sldMkLst>
          <pc:docMk/>
          <pc:sldMk cId="2880427132" sldId="504"/>
        </pc:sldMkLst>
        <pc:spChg chg="mod">
          <ac:chgData name="Ahmed Akhtar" userId="24df8cbf-c4bb-4b0f-990a-c34b46f32809" providerId="ADAL" clId="{7B603757-AF4F-447D-9CF3-5B3B3781D1BD}" dt="2026-02-24T06:42:46.832" v="69"/>
          <ac:spMkLst>
            <pc:docMk/>
            <pc:sldMk cId="2880427132" sldId="504"/>
            <ac:spMk id="12" creationId="{00000000-0000-0000-0000-000000000000}"/>
          </ac:spMkLst>
        </pc:spChg>
        <pc:graphicFrameChg chg="modGraphic">
          <ac:chgData name="Ahmed Akhtar" userId="24df8cbf-c4bb-4b0f-990a-c34b46f32809" providerId="ADAL" clId="{7B603757-AF4F-447D-9CF3-5B3B3781D1BD}" dt="2026-02-23T15:55:04.739" v="57" actId="20577"/>
          <ac:graphicFrameMkLst>
            <pc:docMk/>
            <pc:sldMk cId="2880427132" sldId="504"/>
            <ac:graphicFrameMk id="5" creationId="{00000000-0000-0000-0000-000000000000}"/>
          </ac:graphicFrameMkLst>
        </pc:graphicFrameChg>
      </pc:sldChg>
      <pc:sldChg chg="addSp delSp modSp add del mod">
        <pc:chgData name="Ahmed Akhtar" userId="24df8cbf-c4bb-4b0f-990a-c34b46f32809" providerId="ADAL" clId="{7B603757-AF4F-447D-9CF3-5B3B3781D1BD}" dt="2026-02-24T07:16:21.359" v="78" actId="478"/>
        <pc:sldMkLst>
          <pc:docMk/>
          <pc:sldMk cId="208138134" sldId="510"/>
        </pc:sldMkLst>
        <pc:spChg chg="add del">
          <ac:chgData name="Ahmed Akhtar" userId="24df8cbf-c4bb-4b0f-990a-c34b46f32809" providerId="ADAL" clId="{7B603757-AF4F-447D-9CF3-5B3B3781D1BD}" dt="2026-02-24T07:16:21.359" v="78" actId="478"/>
          <ac:spMkLst>
            <pc:docMk/>
            <pc:sldMk cId="208138134" sldId="510"/>
            <ac:spMk id="12" creationId="{00000000-0000-0000-0000-000000000000}"/>
          </ac:spMkLst>
        </pc:spChg>
      </pc:sldChg>
      <pc:sldChg chg="modSp modAnim">
        <pc:chgData name="Ahmed Akhtar" userId="24df8cbf-c4bb-4b0f-990a-c34b46f32809" providerId="ADAL" clId="{7B603757-AF4F-447D-9CF3-5B3B3781D1BD}" dt="2026-02-24T06:53:17.276" v="72" actId="20577"/>
        <pc:sldMkLst>
          <pc:docMk/>
          <pc:sldMk cId="2239215325" sldId="512"/>
        </pc:sldMkLst>
        <pc:spChg chg="mod">
          <ac:chgData name="Ahmed Akhtar" userId="24df8cbf-c4bb-4b0f-990a-c34b46f32809" providerId="ADAL" clId="{7B603757-AF4F-447D-9CF3-5B3B3781D1BD}" dt="2026-02-24T06:53:17.276" v="72" actId="20577"/>
          <ac:spMkLst>
            <pc:docMk/>
            <pc:sldMk cId="2239215325" sldId="512"/>
            <ac:spMk id="3" creationId="{00000000-0000-0000-0000-000000000000}"/>
          </ac:spMkLst>
        </pc:spChg>
      </pc:sldChg>
      <pc:sldChg chg="modAnim">
        <pc:chgData name="Ahmed Akhtar" userId="24df8cbf-c4bb-4b0f-990a-c34b46f32809" providerId="ADAL" clId="{7B603757-AF4F-447D-9CF3-5B3B3781D1BD}" dt="2026-02-24T06:54:40.979" v="73"/>
        <pc:sldMkLst>
          <pc:docMk/>
          <pc:sldMk cId="603434867" sldId="514"/>
        </pc:sldMkLst>
      </pc:sldChg>
      <pc:sldChg chg="modSp mod">
        <pc:chgData name="Ahmed Akhtar" userId="24df8cbf-c4bb-4b0f-990a-c34b46f32809" providerId="ADAL" clId="{7B603757-AF4F-447D-9CF3-5B3B3781D1BD}" dt="2026-02-24T07:17:35.600" v="79" actId="14100"/>
        <pc:sldMkLst>
          <pc:docMk/>
          <pc:sldMk cId="2511869938" sldId="516"/>
        </pc:sldMkLst>
        <pc:spChg chg="mod">
          <ac:chgData name="Ahmed Akhtar" userId="24df8cbf-c4bb-4b0f-990a-c34b46f32809" providerId="ADAL" clId="{7B603757-AF4F-447D-9CF3-5B3B3781D1BD}" dt="2026-02-24T07:17:35.600" v="79" actId="14100"/>
          <ac:spMkLst>
            <pc:docMk/>
            <pc:sldMk cId="2511869938" sldId="516"/>
            <ac:spMk id="3" creationId="{00000000-0000-0000-0000-000000000000}"/>
          </ac:spMkLst>
        </pc:spChg>
      </pc:sldChg>
      <pc:sldChg chg="addSp delSp modSp mod">
        <pc:chgData name="Ahmed Akhtar" userId="24df8cbf-c4bb-4b0f-990a-c34b46f32809" providerId="ADAL" clId="{7B603757-AF4F-447D-9CF3-5B3B3781D1BD}" dt="2026-02-20T23:18:54.976" v="41" actId="20577"/>
        <pc:sldMkLst>
          <pc:docMk/>
          <pc:sldMk cId="1142136010" sldId="519"/>
        </pc:sldMkLst>
        <pc:graphicFrameChg chg="add mod modGraphic">
          <ac:chgData name="Ahmed Akhtar" userId="24df8cbf-c4bb-4b0f-990a-c34b46f32809" providerId="ADAL" clId="{7B603757-AF4F-447D-9CF3-5B3B3781D1BD}" dt="2026-02-20T23:18:54.976" v="41" actId="20577"/>
          <ac:graphicFrameMkLst>
            <pc:docMk/>
            <pc:sldMk cId="1142136010" sldId="519"/>
            <ac:graphicFrameMk id="10" creationId="{CCBC99FB-9914-9A04-9FCB-FCADE56412A6}"/>
          </ac:graphicFrameMkLst>
        </pc:graphicFrameChg>
      </pc:sldChg>
      <pc:sldChg chg="modSp mod">
        <pc:chgData name="Ahmed Akhtar" userId="24df8cbf-c4bb-4b0f-990a-c34b46f32809" providerId="ADAL" clId="{7B603757-AF4F-447D-9CF3-5B3B3781D1BD}" dt="2026-02-20T23:17:41.396" v="34" actId="6549"/>
        <pc:sldMkLst>
          <pc:docMk/>
          <pc:sldMk cId="1189471444" sldId="520"/>
        </pc:sldMkLst>
        <pc:spChg chg="mod">
          <ac:chgData name="Ahmed Akhtar" userId="24df8cbf-c4bb-4b0f-990a-c34b46f32809" providerId="ADAL" clId="{7B603757-AF4F-447D-9CF3-5B3B3781D1BD}" dt="2026-02-20T23:17:41.396" v="34" actId="6549"/>
          <ac:spMkLst>
            <pc:docMk/>
            <pc:sldMk cId="1189471444" sldId="520"/>
            <ac:spMk id="2" creationId="{00000000-0000-0000-0000-000000000000}"/>
          </ac:spMkLst>
        </pc:spChg>
      </pc:sldChg>
      <pc:sldChg chg="modSp mod">
        <pc:chgData name="Ahmed Akhtar" userId="24df8cbf-c4bb-4b0f-990a-c34b46f32809" providerId="ADAL" clId="{7B603757-AF4F-447D-9CF3-5B3B3781D1BD}" dt="2026-02-26T06:00:12.929" v="214" actId="20577"/>
        <pc:sldMkLst>
          <pc:docMk/>
          <pc:sldMk cId="1963326503" sldId="537"/>
        </pc:sldMkLst>
        <pc:spChg chg="mod">
          <ac:chgData name="Ahmed Akhtar" userId="24df8cbf-c4bb-4b0f-990a-c34b46f32809" providerId="ADAL" clId="{7B603757-AF4F-447D-9CF3-5B3B3781D1BD}" dt="2026-02-26T06:00:12.929" v="214" actId="20577"/>
          <ac:spMkLst>
            <pc:docMk/>
            <pc:sldMk cId="1963326503" sldId="537"/>
            <ac:spMk id="8" creationId="{00000000-0000-0000-0000-000000000000}"/>
          </ac:spMkLst>
        </pc:spChg>
      </pc:sldChg>
      <pc:sldChg chg="modSp mod">
        <pc:chgData name="Ahmed Akhtar" userId="24df8cbf-c4bb-4b0f-990a-c34b46f32809" providerId="ADAL" clId="{7B603757-AF4F-447D-9CF3-5B3B3781D1BD}" dt="2026-02-26T06:00:33.888" v="217" actId="207"/>
        <pc:sldMkLst>
          <pc:docMk/>
          <pc:sldMk cId="145460556" sldId="538"/>
        </pc:sldMkLst>
        <pc:spChg chg="mod">
          <ac:chgData name="Ahmed Akhtar" userId="24df8cbf-c4bb-4b0f-990a-c34b46f32809" providerId="ADAL" clId="{7B603757-AF4F-447D-9CF3-5B3B3781D1BD}" dt="2026-02-26T06:00:33.888" v="217" actId="207"/>
          <ac:spMkLst>
            <pc:docMk/>
            <pc:sldMk cId="145460556" sldId="538"/>
            <ac:spMk id="6" creationId="{14B4DEB7-681F-4648-4891-D0C83C17A1C8}"/>
          </ac:spMkLst>
        </pc:spChg>
      </pc:sldChg>
      <pc:sldChg chg="modSp mod">
        <pc:chgData name="Ahmed Akhtar" userId="24df8cbf-c4bb-4b0f-990a-c34b46f32809" providerId="ADAL" clId="{7B603757-AF4F-447D-9CF3-5B3B3781D1BD}" dt="2026-02-26T06:00:54.666" v="222" actId="207"/>
        <pc:sldMkLst>
          <pc:docMk/>
          <pc:sldMk cId="806605329" sldId="539"/>
        </pc:sldMkLst>
        <pc:spChg chg="mod">
          <ac:chgData name="Ahmed Akhtar" userId="24df8cbf-c4bb-4b0f-990a-c34b46f32809" providerId="ADAL" clId="{7B603757-AF4F-447D-9CF3-5B3B3781D1BD}" dt="2026-02-26T06:00:54.666" v="222" actId="207"/>
          <ac:spMkLst>
            <pc:docMk/>
            <pc:sldMk cId="806605329" sldId="539"/>
            <ac:spMk id="6" creationId="{2C510F01-9120-2342-AC61-C3EFEEE3D2F4}"/>
          </ac:spMkLst>
        </pc:spChg>
      </pc:sldChg>
      <pc:sldChg chg="modSp mod">
        <pc:chgData name="Ahmed Akhtar" userId="24df8cbf-c4bb-4b0f-990a-c34b46f32809" providerId="ADAL" clId="{7B603757-AF4F-447D-9CF3-5B3B3781D1BD}" dt="2026-02-26T06:00:58.780" v="223" actId="207"/>
        <pc:sldMkLst>
          <pc:docMk/>
          <pc:sldMk cId="2770289044" sldId="540"/>
        </pc:sldMkLst>
        <pc:spChg chg="mod">
          <ac:chgData name="Ahmed Akhtar" userId="24df8cbf-c4bb-4b0f-990a-c34b46f32809" providerId="ADAL" clId="{7B603757-AF4F-447D-9CF3-5B3B3781D1BD}" dt="2026-02-26T06:00:58.780" v="223" actId="207"/>
          <ac:spMkLst>
            <pc:docMk/>
            <pc:sldMk cId="2770289044" sldId="540"/>
            <ac:spMk id="10" creationId="{A9041210-368D-B6DD-8046-EAA1144C3C69}"/>
          </ac:spMkLst>
        </pc:spChg>
      </pc:sldChg>
      <pc:sldChg chg="modSp mod">
        <pc:chgData name="Ahmed Akhtar" userId="24df8cbf-c4bb-4b0f-990a-c34b46f32809" providerId="ADAL" clId="{7B603757-AF4F-447D-9CF3-5B3B3781D1BD}" dt="2026-02-26T06:01:03.662" v="224" actId="207"/>
        <pc:sldMkLst>
          <pc:docMk/>
          <pc:sldMk cId="3765299291" sldId="541"/>
        </pc:sldMkLst>
        <pc:spChg chg="mod">
          <ac:chgData name="Ahmed Akhtar" userId="24df8cbf-c4bb-4b0f-990a-c34b46f32809" providerId="ADAL" clId="{7B603757-AF4F-447D-9CF3-5B3B3781D1BD}" dt="2026-02-26T06:01:03.662" v="224" actId="207"/>
          <ac:spMkLst>
            <pc:docMk/>
            <pc:sldMk cId="3765299291" sldId="541"/>
            <ac:spMk id="10" creationId="{31B009AC-DF2E-6F8B-D427-BA81E3954CBF}"/>
          </ac:spMkLst>
        </pc:spChg>
      </pc:sldChg>
      <pc:sldChg chg="modSp mod">
        <pc:chgData name="Ahmed Akhtar" userId="24df8cbf-c4bb-4b0f-990a-c34b46f32809" providerId="ADAL" clId="{7B603757-AF4F-447D-9CF3-5B3B3781D1BD}" dt="2026-02-26T06:01:07.563" v="225" actId="207"/>
        <pc:sldMkLst>
          <pc:docMk/>
          <pc:sldMk cId="2686542601" sldId="542"/>
        </pc:sldMkLst>
        <pc:spChg chg="mod">
          <ac:chgData name="Ahmed Akhtar" userId="24df8cbf-c4bb-4b0f-990a-c34b46f32809" providerId="ADAL" clId="{7B603757-AF4F-447D-9CF3-5B3B3781D1BD}" dt="2026-02-26T06:01:07.563" v="225" actId="207"/>
          <ac:spMkLst>
            <pc:docMk/>
            <pc:sldMk cId="2686542601" sldId="542"/>
            <ac:spMk id="10" creationId="{B38C889D-ACDD-C689-E5EF-4880B813C8BE}"/>
          </ac:spMkLst>
        </pc:spChg>
      </pc:sldChg>
      <pc:sldChg chg="modSp mod">
        <pc:chgData name="Ahmed Akhtar" userId="24df8cbf-c4bb-4b0f-990a-c34b46f32809" providerId="ADAL" clId="{7B603757-AF4F-447D-9CF3-5B3B3781D1BD}" dt="2026-02-26T06:01:11.476" v="226" actId="207"/>
        <pc:sldMkLst>
          <pc:docMk/>
          <pc:sldMk cId="77582835" sldId="543"/>
        </pc:sldMkLst>
        <pc:spChg chg="mod">
          <ac:chgData name="Ahmed Akhtar" userId="24df8cbf-c4bb-4b0f-990a-c34b46f32809" providerId="ADAL" clId="{7B603757-AF4F-447D-9CF3-5B3B3781D1BD}" dt="2026-02-26T06:01:11.476" v="226" actId="207"/>
          <ac:spMkLst>
            <pc:docMk/>
            <pc:sldMk cId="77582835" sldId="543"/>
            <ac:spMk id="10" creationId="{95E366CE-FD75-33EC-26C6-91E217F88940}"/>
          </ac:spMkLst>
        </pc:spChg>
      </pc:sldChg>
      <pc:sldChg chg="addSp delSp modSp mod">
        <pc:chgData name="Ahmed Akhtar" userId="24df8cbf-c4bb-4b0f-990a-c34b46f32809" providerId="ADAL" clId="{7B603757-AF4F-447D-9CF3-5B3B3781D1BD}" dt="2026-02-26T06:01:15.986" v="227" actId="207"/>
        <pc:sldMkLst>
          <pc:docMk/>
          <pc:sldMk cId="1831239711" sldId="544"/>
        </pc:sldMkLst>
        <pc:spChg chg="del">
          <ac:chgData name="Ahmed Akhtar" userId="24df8cbf-c4bb-4b0f-990a-c34b46f32809" providerId="ADAL" clId="{7B603757-AF4F-447D-9CF3-5B3B3781D1BD}" dt="2026-02-26T05:26:01.924" v="139" actId="478"/>
          <ac:spMkLst>
            <pc:docMk/>
            <pc:sldMk cId="1831239711" sldId="544"/>
            <ac:spMk id="7" creationId="{347ECEE3-0442-5C7C-924F-9222C3C8A4A6}"/>
          </ac:spMkLst>
        </pc:spChg>
        <pc:spChg chg="add mod">
          <ac:chgData name="Ahmed Akhtar" userId="24df8cbf-c4bb-4b0f-990a-c34b46f32809" providerId="ADAL" clId="{7B603757-AF4F-447D-9CF3-5B3B3781D1BD}" dt="2026-02-26T05:26:03.125" v="140"/>
          <ac:spMkLst>
            <pc:docMk/>
            <pc:sldMk cId="1831239711" sldId="544"/>
            <ac:spMk id="8" creationId="{4A6D0B82-D07A-DCC6-4953-140B43858287}"/>
          </ac:spMkLst>
        </pc:spChg>
        <pc:spChg chg="add mod">
          <ac:chgData name="Ahmed Akhtar" userId="24df8cbf-c4bb-4b0f-990a-c34b46f32809" providerId="ADAL" clId="{7B603757-AF4F-447D-9CF3-5B3B3781D1BD}" dt="2026-02-26T06:01:15.986" v="227" actId="207"/>
          <ac:spMkLst>
            <pc:docMk/>
            <pc:sldMk cId="1831239711" sldId="544"/>
            <ac:spMk id="9" creationId="{9DF12B79-E755-51BF-EC6B-7FF1598EA2BA}"/>
          </ac:spMkLst>
        </pc:spChg>
        <pc:spChg chg="del">
          <ac:chgData name="Ahmed Akhtar" userId="24df8cbf-c4bb-4b0f-990a-c34b46f32809" providerId="ADAL" clId="{7B603757-AF4F-447D-9CF3-5B3B3781D1BD}" dt="2026-02-26T05:26:14.624" v="141" actId="478"/>
          <ac:spMkLst>
            <pc:docMk/>
            <pc:sldMk cId="1831239711" sldId="544"/>
            <ac:spMk id="10" creationId="{80D871E3-DCB3-07AA-00C9-6CF8C8BA884B}"/>
          </ac:spMkLst>
        </pc:spChg>
        <pc:graphicFrameChg chg="add mod">
          <ac:chgData name="Ahmed Akhtar" userId="24df8cbf-c4bb-4b0f-990a-c34b46f32809" providerId="ADAL" clId="{7B603757-AF4F-447D-9CF3-5B3B3781D1BD}" dt="2026-02-26T05:26:03.125" v="140"/>
          <ac:graphicFrameMkLst>
            <pc:docMk/>
            <pc:sldMk cId="1831239711" sldId="544"/>
            <ac:graphicFrameMk id="3" creationId="{D8445891-6CA2-88CD-B15B-B4F8DBA5DE0A}"/>
          </ac:graphicFrameMkLst>
        </pc:graphicFrameChg>
        <pc:graphicFrameChg chg="del modGraphic">
          <ac:chgData name="Ahmed Akhtar" userId="24df8cbf-c4bb-4b0f-990a-c34b46f32809" providerId="ADAL" clId="{7B603757-AF4F-447D-9CF3-5B3B3781D1BD}" dt="2026-02-26T05:26:00.751" v="138" actId="478"/>
          <ac:graphicFrameMkLst>
            <pc:docMk/>
            <pc:sldMk cId="1831239711" sldId="544"/>
            <ac:graphicFrameMk id="6" creationId="{03A53A3C-EBD2-46D7-96D8-1982697B8AB2}"/>
          </ac:graphicFrameMkLst>
        </pc:graphicFrameChg>
      </pc:sldChg>
      <pc:sldChg chg="addAnim delAnim modAnim">
        <pc:chgData name="Ahmed Akhtar" userId="24df8cbf-c4bb-4b0f-990a-c34b46f32809" providerId="ADAL" clId="{7B603757-AF4F-447D-9CF3-5B3B3781D1BD}" dt="2026-02-26T05:46:04.151" v="154"/>
        <pc:sldMkLst>
          <pc:docMk/>
          <pc:sldMk cId="2489088681" sldId="546"/>
        </pc:sldMkLst>
      </pc:sldChg>
      <pc:sldChg chg="addSp modSp mod addAnim delAnim modAnim">
        <pc:chgData name="Ahmed Akhtar" userId="24df8cbf-c4bb-4b0f-990a-c34b46f32809" providerId="ADAL" clId="{7B603757-AF4F-447D-9CF3-5B3B3781D1BD}" dt="2026-02-26T06:00:24.625" v="216" actId="20577"/>
        <pc:sldMkLst>
          <pc:docMk/>
          <pc:sldMk cId="1076723162" sldId="547"/>
        </pc:sldMkLst>
        <pc:spChg chg="mod">
          <ac:chgData name="Ahmed Akhtar" userId="24df8cbf-c4bb-4b0f-990a-c34b46f32809" providerId="ADAL" clId="{7B603757-AF4F-447D-9CF3-5B3B3781D1BD}" dt="2026-02-26T06:00:24.625" v="216" actId="20577"/>
          <ac:spMkLst>
            <pc:docMk/>
            <pc:sldMk cId="1076723162" sldId="547"/>
            <ac:spMk id="8" creationId="{70FDFAE0-DFAC-19DD-35E8-D7FB6D963FAF}"/>
          </ac:spMkLst>
        </pc:spChg>
        <pc:spChg chg="add mod">
          <ac:chgData name="Ahmed Akhtar" userId="24df8cbf-c4bb-4b0f-990a-c34b46f32809" providerId="ADAL" clId="{7B603757-AF4F-447D-9CF3-5B3B3781D1BD}" dt="2026-02-26T05:44:20.375" v="151" actId="207"/>
          <ac:spMkLst>
            <pc:docMk/>
            <pc:sldMk cId="1076723162" sldId="547"/>
            <ac:spMk id="9" creationId="{82B048D0-597F-886D-E857-089B7B943D20}"/>
          </ac:spMkLst>
        </pc:spChg>
        <pc:cxnChg chg="add mod">
          <ac:chgData name="Ahmed Akhtar" userId="24df8cbf-c4bb-4b0f-990a-c34b46f32809" providerId="ADAL" clId="{7B603757-AF4F-447D-9CF3-5B3B3781D1BD}" dt="2026-02-26T05:48:34.870" v="157" actId="1582"/>
          <ac:cxnSpMkLst>
            <pc:docMk/>
            <pc:sldMk cId="1076723162" sldId="547"/>
            <ac:cxnSpMk id="11" creationId="{0B3753C0-EC3C-242E-C222-49112454529A}"/>
          </ac:cxnSpMkLst>
        </pc:cxnChg>
      </pc:sldChg>
      <pc:sldChg chg="modSp mod">
        <pc:chgData name="Ahmed Akhtar" userId="24df8cbf-c4bb-4b0f-990a-c34b46f32809" providerId="ADAL" clId="{7B603757-AF4F-447D-9CF3-5B3B3781D1BD}" dt="2026-02-26T06:00:39.265" v="218" actId="207"/>
        <pc:sldMkLst>
          <pc:docMk/>
          <pc:sldMk cId="3966440625" sldId="548"/>
        </pc:sldMkLst>
        <pc:spChg chg="mod">
          <ac:chgData name="Ahmed Akhtar" userId="24df8cbf-c4bb-4b0f-990a-c34b46f32809" providerId="ADAL" clId="{7B603757-AF4F-447D-9CF3-5B3B3781D1BD}" dt="2026-02-26T06:00:39.265" v="218" actId="207"/>
          <ac:spMkLst>
            <pc:docMk/>
            <pc:sldMk cId="3966440625" sldId="548"/>
            <ac:spMk id="6" creationId="{BDB54482-FD31-786F-B073-2E087068E394}"/>
          </ac:spMkLst>
        </pc:spChg>
        <pc:graphicFrameChg chg="modGraphic">
          <ac:chgData name="Ahmed Akhtar" userId="24df8cbf-c4bb-4b0f-990a-c34b46f32809" providerId="ADAL" clId="{7B603757-AF4F-447D-9CF3-5B3B3781D1BD}" dt="2026-02-26T05:54:27.172" v="183" actId="20577"/>
          <ac:graphicFrameMkLst>
            <pc:docMk/>
            <pc:sldMk cId="3966440625" sldId="548"/>
            <ac:graphicFrameMk id="3" creationId="{4B1BB417-5CD3-E1AD-F844-219F9D0B3FD1}"/>
          </ac:graphicFrameMkLst>
        </pc:graphicFrameChg>
        <pc:graphicFrameChg chg="modGraphic">
          <ac:chgData name="Ahmed Akhtar" userId="24df8cbf-c4bb-4b0f-990a-c34b46f32809" providerId="ADAL" clId="{7B603757-AF4F-447D-9CF3-5B3B3781D1BD}" dt="2026-02-26T05:55:16.686" v="187" actId="207"/>
          <ac:graphicFrameMkLst>
            <pc:docMk/>
            <pc:sldMk cId="3966440625" sldId="548"/>
            <ac:graphicFrameMk id="5" creationId="{E2800EB1-67E9-D7D4-5DFC-5B77F947A7DA}"/>
          </ac:graphicFrameMkLst>
        </pc:graphicFrameChg>
      </pc:sldChg>
      <pc:sldChg chg="modSp mod">
        <pc:chgData name="Ahmed Akhtar" userId="24df8cbf-c4bb-4b0f-990a-c34b46f32809" providerId="ADAL" clId="{7B603757-AF4F-447D-9CF3-5B3B3781D1BD}" dt="2026-02-26T06:00:50.867" v="221" actId="207"/>
        <pc:sldMkLst>
          <pc:docMk/>
          <pc:sldMk cId="3954507292" sldId="549"/>
        </pc:sldMkLst>
        <pc:spChg chg="mod">
          <ac:chgData name="Ahmed Akhtar" userId="24df8cbf-c4bb-4b0f-990a-c34b46f32809" providerId="ADAL" clId="{7B603757-AF4F-447D-9CF3-5B3B3781D1BD}" dt="2026-02-26T06:00:50.867" v="221" actId="207"/>
          <ac:spMkLst>
            <pc:docMk/>
            <pc:sldMk cId="3954507292" sldId="549"/>
            <ac:spMk id="6" creationId="{EF7AE1F0-1A79-0414-611D-6228D2B07085}"/>
          </ac:spMkLst>
        </pc:spChg>
        <pc:graphicFrameChg chg="modGraphic">
          <ac:chgData name="Ahmed Akhtar" userId="24df8cbf-c4bb-4b0f-990a-c34b46f32809" providerId="ADAL" clId="{7B603757-AF4F-447D-9CF3-5B3B3781D1BD}" dt="2026-02-26T05:55:43.362" v="188" actId="207"/>
          <ac:graphicFrameMkLst>
            <pc:docMk/>
            <pc:sldMk cId="3954507292" sldId="549"/>
            <ac:graphicFrameMk id="5" creationId="{56BFE6B0-9292-8262-6F4F-F8B3A718C890}"/>
          </ac:graphicFrameMkLst>
        </pc:graphicFrameChg>
      </pc:sldChg>
      <pc:sldChg chg="del">
        <pc:chgData name="Ahmed Akhtar" userId="24df8cbf-c4bb-4b0f-990a-c34b46f32809" providerId="ADAL" clId="{7B603757-AF4F-447D-9CF3-5B3B3781D1BD}" dt="2026-02-26T05:27:26.351" v="142" actId="47"/>
        <pc:sldMkLst>
          <pc:docMk/>
          <pc:sldMk cId="2498913779" sldId="550"/>
        </pc:sldMkLst>
      </pc:sldChg>
      <pc:sldChg chg="modSp mod">
        <pc:chgData name="Ahmed Akhtar" userId="24df8cbf-c4bb-4b0f-990a-c34b46f32809" providerId="ADAL" clId="{7B603757-AF4F-447D-9CF3-5B3B3781D1BD}" dt="2026-02-26T06:01:29.728" v="229" actId="207"/>
        <pc:sldMkLst>
          <pc:docMk/>
          <pc:sldMk cId="3112241062" sldId="551"/>
        </pc:sldMkLst>
        <pc:spChg chg="mod">
          <ac:chgData name="Ahmed Akhtar" userId="24df8cbf-c4bb-4b0f-990a-c34b46f32809" providerId="ADAL" clId="{7B603757-AF4F-447D-9CF3-5B3B3781D1BD}" dt="2026-02-26T06:01:29.728" v="229" actId="207"/>
          <ac:spMkLst>
            <pc:docMk/>
            <pc:sldMk cId="3112241062" sldId="551"/>
            <ac:spMk id="10" creationId="{45708E35-B047-378E-86F5-00E9BCB996BB}"/>
          </ac:spMkLst>
        </pc:spChg>
      </pc:sldChg>
      <pc:sldChg chg="modSp mod">
        <pc:chgData name="Ahmed Akhtar" userId="24df8cbf-c4bb-4b0f-990a-c34b46f32809" providerId="ADAL" clId="{7B603757-AF4F-447D-9CF3-5B3B3781D1BD}" dt="2026-02-26T06:01:39.734" v="231" actId="207"/>
        <pc:sldMkLst>
          <pc:docMk/>
          <pc:sldMk cId="975758092" sldId="552"/>
        </pc:sldMkLst>
        <pc:spChg chg="mod">
          <ac:chgData name="Ahmed Akhtar" userId="24df8cbf-c4bb-4b0f-990a-c34b46f32809" providerId="ADAL" clId="{7B603757-AF4F-447D-9CF3-5B3B3781D1BD}" dt="2026-02-26T06:01:39.734" v="231" actId="207"/>
          <ac:spMkLst>
            <pc:docMk/>
            <pc:sldMk cId="975758092" sldId="552"/>
            <ac:spMk id="10" creationId="{27B0D29C-4A14-0F13-BC11-85890682CBD3}"/>
          </ac:spMkLst>
        </pc:spChg>
      </pc:sldChg>
      <pc:sldChg chg="modSp mod">
        <pc:chgData name="Ahmed Akhtar" userId="24df8cbf-c4bb-4b0f-990a-c34b46f32809" providerId="ADAL" clId="{7B603757-AF4F-447D-9CF3-5B3B3781D1BD}" dt="2026-02-26T06:01:48.051" v="233" actId="207"/>
        <pc:sldMkLst>
          <pc:docMk/>
          <pc:sldMk cId="603145609" sldId="553"/>
        </pc:sldMkLst>
        <pc:spChg chg="mod">
          <ac:chgData name="Ahmed Akhtar" userId="24df8cbf-c4bb-4b0f-990a-c34b46f32809" providerId="ADAL" clId="{7B603757-AF4F-447D-9CF3-5B3B3781D1BD}" dt="2026-02-26T06:01:48.051" v="233" actId="207"/>
          <ac:spMkLst>
            <pc:docMk/>
            <pc:sldMk cId="603145609" sldId="553"/>
            <ac:spMk id="10" creationId="{6EE54F78-4D1D-A6F1-3C95-4B6A157A1FA1}"/>
          </ac:spMkLst>
        </pc:spChg>
      </pc:sldChg>
      <pc:sldChg chg="addSp modSp mod modAnim">
        <pc:chgData name="Ahmed Akhtar" userId="24df8cbf-c4bb-4b0f-990a-c34b46f32809" providerId="ADAL" clId="{7B603757-AF4F-447D-9CF3-5B3B3781D1BD}" dt="2026-02-26T06:03:48.275" v="240" actId="207"/>
        <pc:sldMkLst>
          <pc:docMk/>
          <pc:sldMk cId="2393795237" sldId="554"/>
        </pc:sldMkLst>
        <pc:spChg chg="add mod">
          <ac:chgData name="Ahmed Akhtar" userId="24df8cbf-c4bb-4b0f-990a-c34b46f32809" providerId="ADAL" clId="{7B603757-AF4F-447D-9CF3-5B3B3781D1BD}" dt="2026-02-26T06:03:48.275" v="240" actId="207"/>
          <ac:spMkLst>
            <pc:docMk/>
            <pc:sldMk cId="2393795237" sldId="554"/>
            <ac:spMk id="3" creationId="{35F0CD4C-6989-F4DD-01F9-87E60B97769D}"/>
          </ac:spMkLst>
        </pc:spChg>
        <pc:spChg chg="mod">
          <ac:chgData name="Ahmed Akhtar" userId="24df8cbf-c4bb-4b0f-990a-c34b46f32809" providerId="ADAL" clId="{7B603757-AF4F-447D-9CF3-5B3B3781D1BD}" dt="2026-02-26T05:58:50.342" v="201" actId="20577"/>
          <ac:spMkLst>
            <pc:docMk/>
            <pc:sldMk cId="2393795237" sldId="554"/>
            <ac:spMk id="10" creationId="{9933A069-A611-A8A3-FE38-D8F9ED03AF73}"/>
          </ac:spMkLst>
        </pc:spChg>
      </pc:sldChg>
      <pc:sldChg chg="addSp delSp modSp mod">
        <pc:chgData name="Ahmed Akhtar" userId="24df8cbf-c4bb-4b0f-990a-c34b46f32809" providerId="ADAL" clId="{7B603757-AF4F-447D-9CF3-5B3B3781D1BD}" dt="2026-02-26T06:07:34.459" v="245" actId="20577"/>
        <pc:sldMkLst>
          <pc:docMk/>
          <pc:sldMk cId="3786579076" sldId="555"/>
        </pc:sldMkLst>
        <pc:spChg chg="add mod">
          <ac:chgData name="Ahmed Akhtar" userId="24df8cbf-c4bb-4b0f-990a-c34b46f32809" providerId="ADAL" clId="{7B603757-AF4F-447D-9CF3-5B3B3781D1BD}" dt="2026-02-26T06:07:34.459" v="245" actId="20577"/>
          <ac:spMkLst>
            <pc:docMk/>
            <pc:sldMk cId="3786579076" sldId="555"/>
            <ac:spMk id="3" creationId="{0E3CC586-D24A-D46A-16BB-BC5CF0FCCB2E}"/>
          </ac:spMkLst>
        </pc:spChg>
        <pc:spChg chg="del">
          <ac:chgData name="Ahmed Akhtar" userId="24df8cbf-c4bb-4b0f-990a-c34b46f32809" providerId="ADAL" clId="{7B603757-AF4F-447D-9CF3-5B3B3781D1BD}" dt="2026-02-26T05:24:16.892" v="133" actId="478"/>
          <ac:spMkLst>
            <pc:docMk/>
            <pc:sldMk cId="3786579076" sldId="555"/>
            <ac:spMk id="10" creationId="{61D87042-1744-09CB-D483-4CC2CD14FE4C}"/>
          </ac:spMkLst>
        </pc:spChg>
      </pc:sldChg>
      <pc:sldChg chg="addSp delSp modSp mod modAnim">
        <pc:chgData name="Ahmed Akhtar" userId="24df8cbf-c4bb-4b0f-990a-c34b46f32809" providerId="ADAL" clId="{7B603757-AF4F-447D-9CF3-5B3B3781D1BD}" dt="2026-02-24T05:01:48.859" v="59"/>
        <pc:sldMkLst>
          <pc:docMk/>
          <pc:sldMk cId="1653542620" sldId="630"/>
        </pc:sldMkLst>
        <pc:spChg chg="add mod">
          <ac:chgData name="Ahmed Akhtar" userId="24df8cbf-c4bb-4b0f-990a-c34b46f32809" providerId="ADAL" clId="{7B603757-AF4F-447D-9CF3-5B3B3781D1BD}" dt="2026-02-24T05:01:48.859" v="59"/>
          <ac:spMkLst>
            <pc:docMk/>
            <pc:sldMk cId="1653542620" sldId="630"/>
            <ac:spMk id="12" creationId="{0D37DE9A-429F-EC57-DE2A-2B1B65281F28}"/>
          </ac:spMkLst>
        </pc:spChg>
        <pc:spChg chg="add mod">
          <ac:chgData name="Ahmed Akhtar" userId="24df8cbf-c4bb-4b0f-990a-c34b46f32809" providerId="ADAL" clId="{7B603757-AF4F-447D-9CF3-5B3B3781D1BD}" dt="2026-02-24T05:01:48.859" v="59"/>
          <ac:spMkLst>
            <pc:docMk/>
            <pc:sldMk cId="1653542620" sldId="630"/>
            <ac:spMk id="13" creationId="{BF94B190-715E-56AA-F1BB-B01C66315205}"/>
          </ac:spMkLst>
        </pc:spChg>
        <pc:spChg chg="add mod">
          <ac:chgData name="Ahmed Akhtar" userId="24df8cbf-c4bb-4b0f-990a-c34b46f32809" providerId="ADAL" clId="{7B603757-AF4F-447D-9CF3-5B3B3781D1BD}" dt="2026-02-24T05:01:48.859" v="59"/>
          <ac:spMkLst>
            <pc:docMk/>
            <pc:sldMk cId="1653542620" sldId="630"/>
            <ac:spMk id="14" creationId="{E9F863AC-DFB9-2C67-3DBA-75A2BCF6E9F9}"/>
          </ac:spMkLst>
        </pc:spChg>
      </pc:sldChg>
      <pc:sldChg chg="modSp add mod">
        <pc:chgData name="Ahmed Akhtar" userId="24df8cbf-c4bb-4b0f-990a-c34b46f32809" providerId="ADAL" clId="{7B603757-AF4F-447D-9CF3-5B3B3781D1BD}" dt="2026-02-17T00:09:32.413" v="18" actId="20577"/>
        <pc:sldMkLst>
          <pc:docMk/>
          <pc:sldMk cId="1404018315" sldId="1542"/>
        </pc:sldMkLst>
        <pc:spChg chg="mod">
          <ac:chgData name="Ahmed Akhtar" userId="24df8cbf-c4bb-4b0f-990a-c34b46f32809" providerId="ADAL" clId="{7B603757-AF4F-447D-9CF3-5B3B3781D1BD}" dt="2026-02-17T00:09:32.413" v="18" actId="20577"/>
          <ac:spMkLst>
            <pc:docMk/>
            <pc:sldMk cId="1404018315" sldId="1542"/>
            <ac:spMk id="2" creationId="{968C9F2F-9E03-4A62-A198-A3062FB80C16}"/>
          </ac:spMkLst>
        </pc:spChg>
      </pc:sldChg>
      <pc:sldChg chg="add">
        <pc:chgData name="Ahmed Akhtar" userId="24df8cbf-c4bb-4b0f-990a-c34b46f32809" providerId="ADAL" clId="{7B603757-AF4F-447D-9CF3-5B3B3781D1BD}" dt="2026-02-17T00:06:22.184" v="0"/>
        <pc:sldMkLst>
          <pc:docMk/>
          <pc:sldMk cId="2183615406" sldId="1585"/>
        </pc:sldMkLst>
      </pc:sldChg>
      <pc:sldChg chg="modSp add mod ord">
        <pc:chgData name="Ahmed Akhtar" userId="24df8cbf-c4bb-4b0f-990a-c34b46f32809" providerId="ADAL" clId="{7B603757-AF4F-447D-9CF3-5B3B3781D1BD}" dt="2026-02-17T00:12:07.519" v="32"/>
        <pc:sldMkLst>
          <pc:docMk/>
          <pc:sldMk cId="123060635" sldId="1586"/>
        </pc:sldMkLst>
        <pc:spChg chg="mod">
          <ac:chgData name="Ahmed Akhtar" userId="24df8cbf-c4bb-4b0f-990a-c34b46f32809" providerId="ADAL" clId="{7B603757-AF4F-447D-9CF3-5B3B3781D1BD}" dt="2026-02-17T00:09:58.283" v="27" actId="20577"/>
          <ac:spMkLst>
            <pc:docMk/>
            <pc:sldMk cId="123060635" sldId="1586"/>
            <ac:spMk id="2" creationId="{49C5797F-BA7B-D153-40BF-D9250A199D5F}"/>
          </ac:spMkLst>
        </pc:spChg>
      </pc:sldChg>
      <pc:sldChg chg="modSp add mod">
        <pc:chgData name="Ahmed Akhtar" userId="24df8cbf-c4bb-4b0f-990a-c34b46f32809" providerId="ADAL" clId="{7B603757-AF4F-447D-9CF3-5B3B3781D1BD}" dt="2026-02-26T06:01:22.761" v="228" actId="207"/>
        <pc:sldMkLst>
          <pc:docMk/>
          <pc:sldMk cId="1924594362" sldId="1587"/>
        </pc:sldMkLst>
        <pc:spChg chg="mod">
          <ac:chgData name="Ahmed Akhtar" userId="24df8cbf-c4bb-4b0f-990a-c34b46f32809" providerId="ADAL" clId="{7B603757-AF4F-447D-9CF3-5B3B3781D1BD}" dt="2026-02-26T06:01:22.761" v="228" actId="207"/>
          <ac:spMkLst>
            <pc:docMk/>
            <pc:sldMk cId="1924594362" sldId="1587"/>
            <ac:spMk id="10" creationId="{356A7B9D-CBD2-2FE6-BF9A-59EED1AD7119}"/>
          </ac:spMkLst>
        </pc:spChg>
      </pc:sldChg>
      <pc:sldChg chg="modSp add mod">
        <pc:chgData name="Ahmed Akhtar" userId="24df8cbf-c4bb-4b0f-990a-c34b46f32809" providerId="ADAL" clId="{7B603757-AF4F-447D-9CF3-5B3B3781D1BD}" dt="2026-02-26T06:00:42.471" v="219" actId="207"/>
        <pc:sldMkLst>
          <pc:docMk/>
          <pc:sldMk cId="2968960319" sldId="1588"/>
        </pc:sldMkLst>
        <pc:spChg chg="mod">
          <ac:chgData name="Ahmed Akhtar" userId="24df8cbf-c4bb-4b0f-990a-c34b46f32809" providerId="ADAL" clId="{7B603757-AF4F-447D-9CF3-5B3B3781D1BD}" dt="2026-02-26T06:00:42.471" v="219" actId="207"/>
          <ac:spMkLst>
            <pc:docMk/>
            <pc:sldMk cId="2968960319" sldId="1588"/>
            <ac:spMk id="6" creationId="{3895074E-EB2D-410E-0021-B87FED6A8940}"/>
          </ac:spMkLst>
        </pc:spChg>
        <pc:graphicFrameChg chg="modGraphic">
          <ac:chgData name="Ahmed Akhtar" userId="24df8cbf-c4bb-4b0f-990a-c34b46f32809" providerId="ADAL" clId="{7B603757-AF4F-447D-9CF3-5B3B3781D1BD}" dt="2026-02-26T05:54:32.874" v="184" actId="20577"/>
          <ac:graphicFrameMkLst>
            <pc:docMk/>
            <pc:sldMk cId="2968960319" sldId="1588"/>
            <ac:graphicFrameMk id="3" creationId="{C88512DF-1BF0-6E58-701D-A22C33545340}"/>
          </ac:graphicFrameMkLst>
        </pc:graphicFrameChg>
        <pc:graphicFrameChg chg="modGraphic">
          <ac:chgData name="Ahmed Akhtar" userId="24df8cbf-c4bb-4b0f-990a-c34b46f32809" providerId="ADAL" clId="{7B603757-AF4F-447D-9CF3-5B3B3781D1BD}" dt="2026-02-26T05:55:11.316" v="186" actId="207"/>
          <ac:graphicFrameMkLst>
            <pc:docMk/>
            <pc:sldMk cId="2968960319" sldId="1588"/>
            <ac:graphicFrameMk id="5" creationId="{48E460DF-BBB3-9F19-F65D-062036B2C876}"/>
          </ac:graphicFrameMkLst>
        </pc:graphicFrameChg>
      </pc:sldChg>
      <pc:sldChg chg="modSp add mod">
        <pc:chgData name="Ahmed Akhtar" userId="24df8cbf-c4bb-4b0f-990a-c34b46f32809" providerId="ADAL" clId="{7B603757-AF4F-447D-9CF3-5B3B3781D1BD}" dt="2026-02-26T06:00:45.906" v="220" actId="207"/>
        <pc:sldMkLst>
          <pc:docMk/>
          <pc:sldMk cId="127917809" sldId="1589"/>
        </pc:sldMkLst>
        <pc:spChg chg="mod">
          <ac:chgData name="Ahmed Akhtar" userId="24df8cbf-c4bb-4b0f-990a-c34b46f32809" providerId="ADAL" clId="{7B603757-AF4F-447D-9CF3-5B3B3781D1BD}" dt="2026-02-26T06:00:45.906" v="220" actId="207"/>
          <ac:spMkLst>
            <pc:docMk/>
            <pc:sldMk cId="127917809" sldId="1589"/>
            <ac:spMk id="6" creationId="{C7875DE7-DEB6-C45F-4152-3B064164C9DE}"/>
          </ac:spMkLst>
        </pc:spChg>
        <pc:graphicFrameChg chg="modGraphic">
          <ac:chgData name="Ahmed Akhtar" userId="24df8cbf-c4bb-4b0f-990a-c34b46f32809" providerId="ADAL" clId="{7B603757-AF4F-447D-9CF3-5B3B3781D1BD}" dt="2026-02-26T05:55:03.169" v="185" actId="207"/>
          <ac:graphicFrameMkLst>
            <pc:docMk/>
            <pc:sldMk cId="127917809" sldId="1589"/>
            <ac:graphicFrameMk id="5" creationId="{91975EE8-02FA-31E8-9080-35CAC82FDCBC}"/>
          </ac:graphicFrameMkLst>
        </pc:graphicFrameChg>
      </pc:sldChg>
      <pc:sldChg chg="modSp add mod">
        <pc:chgData name="Ahmed Akhtar" userId="24df8cbf-c4bb-4b0f-990a-c34b46f32809" providerId="ADAL" clId="{7B603757-AF4F-447D-9CF3-5B3B3781D1BD}" dt="2026-02-26T06:02:15.589" v="238" actId="207"/>
        <pc:sldMkLst>
          <pc:docMk/>
          <pc:sldMk cId="3057441162" sldId="1590"/>
        </pc:sldMkLst>
        <pc:spChg chg="mod">
          <ac:chgData name="Ahmed Akhtar" userId="24df8cbf-c4bb-4b0f-990a-c34b46f32809" providerId="ADAL" clId="{7B603757-AF4F-447D-9CF3-5B3B3781D1BD}" dt="2026-02-26T06:02:15.589" v="238" actId="207"/>
          <ac:spMkLst>
            <pc:docMk/>
            <pc:sldMk cId="3057441162" sldId="1590"/>
            <ac:spMk id="3" creationId="{268FA51F-9216-1F76-EC23-F77CC591A10C}"/>
          </ac:spMkLst>
        </pc:spChg>
      </pc:sldChg>
      <pc:sldChg chg="modSp add mod">
        <pc:chgData name="Ahmed Akhtar" userId="24df8cbf-c4bb-4b0f-990a-c34b46f32809" providerId="ADAL" clId="{7B603757-AF4F-447D-9CF3-5B3B3781D1BD}" dt="2026-02-26T06:04:11.868" v="241" actId="207"/>
        <pc:sldMkLst>
          <pc:docMk/>
          <pc:sldMk cId="1486437346" sldId="1591"/>
        </pc:sldMkLst>
        <pc:spChg chg="mod">
          <ac:chgData name="Ahmed Akhtar" userId="24df8cbf-c4bb-4b0f-990a-c34b46f32809" providerId="ADAL" clId="{7B603757-AF4F-447D-9CF3-5B3B3781D1BD}" dt="2026-02-26T06:04:11.868" v="241" actId="207"/>
          <ac:spMkLst>
            <pc:docMk/>
            <pc:sldMk cId="1486437346" sldId="1591"/>
            <ac:spMk id="3" creationId="{C1D4FCA0-BF7C-E4E2-93C7-3EE453410729}"/>
          </ac:spMkLst>
        </pc:spChg>
        <pc:spChg chg="mod">
          <ac:chgData name="Ahmed Akhtar" userId="24df8cbf-c4bb-4b0f-990a-c34b46f32809" providerId="ADAL" clId="{7B603757-AF4F-447D-9CF3-5B3B3781D1BD}" dt="2026-02-26T05:59:29.636" v="204" actId="20577"/>
          <ac:spMkLst>
            <pc:docMk/>
            <pc:sldMk cId="1486437346" sldId="1591"/>
            <ac:spMk id="10" creationId="{8809EA39-0AB5-2310-CC6B-789F8E6530B5}"/>
          </ac:spMkLst>
        </pc:spChg>
      </pc:sldChg>
      <pc:sldMasterChg chg="modSp modSldLayout">
        <pc:chgData name="Ahmed Akhtar" userId="24df8cbf-c4bb-4b0f-990a-c34b46f32809" providerId="ADAL" clId="{7B603757-AF4F-447D-9CF3-5B3B3781D1BD}" dt="2026-02-27T10:51:21.763" v="247" actId="1036"/>
        <pc:sldMasterMkLst>
          <pc:docMk/>
          <pc:sldMasterMk cId="3938088665" sldId="2147483660"/>
        </pc:sldMasterMkLst>
        <pc:picChg chg="mod">
          <ac:chgData name="Ahmed Akhtar" userId="24df8cbf-c4bb-4b0f-990a-c34b46f32809" providerId="ADAL" clId="{7B603757-AF4F-447D-9CF3-5B3B3781D1BD}" dt="2026-02-27T10:51:21.763" v="247" actId="1036"/>
          <ac:picMkLst>
            <pc:docMk/>
            <pc:sldMasterMk cId="3938088665" sldId="2147483660"/>
            <ac:picMk id="8" creationId="{00000000-0000-0000-0000-000000000000}"/>
          </ac:picMkLst>
        </pc:picChg>
        <pc:sldLayoutChg chg="modSp">
          <pc:chgData name="Ahmed Akhtar" userId="24df8cbf-c4bb-4b0f-990a-c34b46f32809" providerId="ADAL" clId="{7B603757-AF4F-447D-9CF3-5B3B3781D1BD}" dt="2026-02-17T00:07:03.612" v="2"/>
          <pc:sldLayoutMkLst>
            <pc:docMk/>
            <pc:sldMasterMk cId="3938088665" sldId="2147483660"/>
            <pc:sldLayoutMk cId="349191192" sldId="2147483661"/>
          </pc:sldLayoutMkLst>
          <pc:spChg chg="mod">
            <ac:chgData name="Ahmed Akhtar" userId="24df8cbf-c4bb-4b0f-990a-c34b46f32809" providerId="ADAL" clId="{7B603757-AF4F-447D-9CF3-5B3B3781D1BD}" dt="2026-02-17T00:07:03.612" v="2"/>
            <ac:spMkLst>
              <pc:docMk/>
              <pc:sldMasterMk cId="3938088665" sldId="2147483660"/>
              <pc:sldLayoutMk cId="349191192" sldId="2147483661"/>
              <ac:spMk id="4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7T00:07:07.993" v="3"/>
          <pc:sldLayoutMkLst>
            <pc:docMk/>
            <pc:sldMasterMk cId="3938088665" sldId="2147483660"/>
            <pc:sldLayoutMk cId="2580184298" sldId="2147483662"/>
          </pc:sldLayoutMkLst>
          <pc:spChg chg="mod">
            <ac:chgData name="Ahmed Akhtar" userId="24df8cbf-c4bb-4b0f-990a-c34b46f32809" providerId="ADAL" clId="{7B603757-AF4F-447D-9CF3-5B3B3781D1BD}" dt="2026-02-17T00:07:07.993" v="3"/>
            <ac:spMkLst>
              <pc:docMk/>
              <pc:sldMasterMk cId="3938088665" sldId="2147483660"/>
              <pc:sldLayoutMk cId="2580184298" sldId="2147483662"/>
              <ac:spMk id="7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7T00:07:11.445" v="4"/>
          <pc:sldLayoutMkLst>
            <pc:docMk/>
            <pc:sldMasterMk cId="3938088665" sldId="2147483660"/>
            <pc:sldLayoutMk cId="1501477461" sldId="2147483663"/>
          </pc:sldLayoutMkLst>
          <pc:spChg chg="mod">
            <ac:chgData name="Ahmed Akhtar" userId="24df8cbf-c4bb-4b0f-990a-c34b46f32809" providerId="ADAL" clId="{7B603757-AF4F-447D-9CF3-5B3B3781D1BD}" dt="2026-02-17T00:07:11.445" v="4"/>
            <ac:spMkLst>
              <pc:docMk/>
              <pc:sldMasterMk cId="3938088665" sldId="2147483660"/>
              <pc:sldLayoutMk cId="1501477461" sldId="2147483663"/>
              <ac:spMk id="9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7T00:07:15.599" v="5"/>
          <pc:sldLayoutMkLst>
            <pc:docMk/>
            <pc:sldMasterMk cId="3938088665" sldId="2147483660"/>
            <pc:sldLayoutMk cId="4237524337" sldId="2147483664"/>
          </pc:sldLayoutMkLst>
          <pc:spChg chg="mod">
            <ac:chgData name="Ahmed Akhtar" userId="24df8cbf-c4bb-4b0f-990a-c34b46f32809" providerId="ADAL" clId="{7B603757-AF4F-447D-9CF3-5B3B3781D1BD}" dt="2026-02-17T00:07:15.599" v="5"/>
            <ac:spMkLst>
              <pc:docMk/>
              <pc:sldMasterMk cId="3938088665" sldId="2147483660"/>
              <pc:sldLayoutMk cId="4237524337" sldId="2147483664"/>
              <ac:spMk id="9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7T00:07:18.667" v="6"/>
          <pc:sldLayoutMkLst>
            <pc:docMk/>
            <pc:sldMasterMk cId="3938088665" sldId="2147483660"/>
            <pc:sldLayoutMk cId="3161117935" sldId="2147483665"/>
          </pc:sldLayoutMkLst>
          <pc:spChg chg="mod">
            <ac:chgData name="Ahmed Akhtar" userId="24df8cbf-c4bb-4b0f-990a-c34b46f32809" providerId="ADAL" clId="{7B603757-AF4F-447D-9CF3-5B3B3781D1BD}" dt="2026-02-17T00:07:18.667" v="6"/>
            <ac:spMkLst>
              <pc:docMk/>
              <pc:sldMasterMk cId="3938088665" sldId="2147483660"/>
              <pc:sldLayoutMk cId="3161117935" sldId="2147483665"/>
              <ac:spMk id="12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7T00:07:25.081" v="7"/>
          <pc:sldLayoutMkLst>
            <pc:docMk/>
            <pc:sldMasterMk cId="3938088665" sldId="2147483660"/>
            <pc:sldLayoutMk cId="3370012141" sldId="2147483666"/>
          </pc:sldLayoutMkLst>
          <pc:spChg chg="mod">
            <ac:chgData name="Ahmed Akhtar" userId="24df8cbf-c4bb-4b0f-990a-c34b46f32809" providerId="ADAL" clId="{7B603757-AF4F-447D-9CF3-5B3B3781D1BD}" dt="2026-02-17T00:07:25.081" v="7"/>
            <ac:spMkLst>
              <pc:docMk/>
              <pc:sldMasterMk cId="3938088665" sldId="2147483660"/>
              <pc:sldLayoutMk cId="3370012141" sldId="2147483666"/>
              <ac:spMk id="7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7T00:07:29.174" v="8"/>
          <pc:sldLayoutMkLst>
            <pc:docMk/>
            <pc:sldMasterMk cId="3938088665" sldId="2147483660"/>
            <pc:sldLayoutMk cId="1198746065" sldId="2147483667"/>
          </pc:sldLayoutMkLst>
          <pc:spChg chg="mod">
            <ac:chgData name="Ahmed Akhtar" userId="24df8cbf-c4bb-4b0f-990a-c34b46f32809" providerId="ADAL" clId="{7B603757-AF4F-447D-9CF3-5B3B3781D1BD}" dt="2026-02-17T00:07:29.174" v="8"/>
            <ac:spMkLst>
              <pc:docMk/>
              <pc:sldMasterMk cId="3938088665" sldId="2147483660"/>
              <pc:sldLayoutMk cId="1198746065" sldId="2147483667"/>
              <ac:spMk id="7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7T00:07:33.621" v="9"/>
          <pc:sldLayoutMkLst>
            <pc:docMk/>
            <pc:sldMasterMk cId="3938088665" sldId="2147483660"/>
            <pc:sldLayoutMk cId="3414853014" sldId="2147483668"/>
          </pc:sldLayoutMkLst>
          <pc:spChg chg="mod">
            <ac:chgData name="Ahmed Akhtar" userId="24df8cbf-c4bb-4b0f-990a-c34b46f32809" providerId="ADAL" clId="{7B603757-AF4F-447D-9CF3-5B3B3781D1BD}" dt="2026-02-17T00:07:33.621" v="9"/>
            <ac:spMkLst>
              <pc:docMk/>
              <pc:sldMasterMk cId="3938088665" sldId="2147483660"/>
              <pc:sldLayoutMk cId="3414853014" sldId="2147483668"/>
              <ac:spMk id="8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7T00:07:39.156" v="10"/>
          <pc:sldLayoutMkLst>
            <pc:docMk/>
            <pc:sldMasterMk cId="3938088665" sldId="2147483660"/>
            <pc:sldLayoutMk cId="3147703977" sldId="2147483669"/>
          </pc:sldLayoutMkLst>
          <pc:spChg chg="mod">
            <ac:chgData name="Ahmed Akhtar" userId="24df8cbf-c4bb-4b0f-990a-c34b46f32809" providerId="ADAL" clId="{7B603757-AF4F-447D-9CF3-5B3B3781D1BD}" dt="2026-02-17T00:07:39.156" v="10"/>
            <ac:spMkLst>
              <pc:docMk/>
              <pc:sldMasterMk cId="3938088665" sldId="2147483660"/>
              <pc:sldLayoutMk cId="3147703977" sldId="2147483669"/>
              <ac:spMk id="8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7T00:07:42.740" v="11"/>
          <pc:sldLayoutMkLst>
            <pc:docMk/>
            <pc:sldMasterMk cId="3938088665" sldId="2147483660"/>
            <pc:sldLayoutMk cId="402159051" sldId="2147483670"/>
          </pc:sldLayoutMkLst>
          <pc:spChg chg="mod">
            <ac:chgData name="Ahmed Akhtar" userId="24df8cbf-c4bb-4b0f-990a-c34b46f32809" providerId="ADAL" clId="{7B603757-AF4F-447D-9CF3-5B3B3781D1BD}" dt="2026-02-17T00:07:42.740" v="11"/>
            <ac:spMkLst>
              <pc:docMk/>
              <pc:sldMasterMk cId="3938088665" sldId="2147483660"/>
              <pc:sldLayoutMk cId="402159051" sldId="2147483670"/>
              <ac:spMk id="7" creationId="{CB69E88A-7B5E-60E0-B736-7FCE9C47388C}"/>
            </ac:spMkLst>
          </pc:spChg>
        </pc:sldLayoutChg>
        <pc:sldLayoutChg chg="modSp">
          <pc:chgData name="Ahmed Akhtar" userId="24df8cbf-c4bb-4b0f-990a-c34b46f32809" providerId="ADAL" clId="{7B603757-AF4F-447D-9CF3-5B3B3781D1BD}" dt="2026-02-17T00:07:46.091" v="12"/>
          <pc:sldLayoutMkLst>
            <pc:docMk/>
            <pc:sldMasterMk cId="3938088665" sldId="2147483660"/>
            <pc:sldLayoutMk cId="3180337743" sldId="2147483671"/>
          </pc:sldLayoutMkLst>
          <pc:spChg chg="mod">
            <ac:chgData name="Ahmed Akhtar" userId="24df8cbf-c4bb-4b0f-990a-c34b46f32809" providerId="ADAL" clId="{7B603757-AF4F-447D-9CF3-5B3B3781D1BD}" dt="2026-02-17T00:07:46.091" v="12"/>
            <ac:spMkLst>
              <pc:docMk/>
              <pc:sldMasterMk cId="3938088665" sldId="2147483660"/>
              <pc:sldLayoutMk cId="3180337743" sldId="2147483671"/>
              <ac:spMk id="6" creationId="{CB69E88A-7B5E-60E0-B736-7FCE9C47388C}"/>
            </ac:spMkLst>
          </pc:spChg>
        </pc:sldLayoutChg>
      </pc:sldMasterChg>
      <pc:sldMasterChg chg="modSp">
        <pc:chgData name="Ahmed Akhtar" userId="24df8cbf-c4bb-4b0f-990a-c34b46f32809" providerId="ADAL" clId="{7B603757-AF4F-447D-9CF3-5B3B3781D1BD}" dt="2026-02-17T00:08:08.354" v="13"/>
        <pc:sldMasterMkLst>
          <pc:docMk/>
          <pc:sldMasterMk cId="1382394842" sldId="2147483672"/>
        </pc:sldMasterMkLst>
        <pc:spChg chg="mod">
          <ac:chgData name="Ahmed Akhtar" userId="24df8cbf-c4bb-4b0f-990a-c34b46f32809" providerId="ADAL" clId="{7B603757-AF4F-447D-9CF3-5B3B3781D1BD}" dt="2026-02-17T00:08:08.354" v="13"/>
          <ac:spMkLst>
            <pc:docMk/>
            <pc:sldMasterMk cId="1382394842" sldId="2147483672"/>
            <ac:spMk id="9" creationId="{CB69E88A-7B5E-60E0-B736-7FCE9C47388C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2F39BC-A736-4615-99A3-17F4147939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04" cy="46564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DAF0EA-5F10-4F4A-805D-086AA49C17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159" y="0"/>
            <a:ext cx="3038604" cy="46564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916F6-075E-4719-999D-FE0E3DAE50E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64E48-EFD1-4EF3-B14B-9375B3E98E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30757"/>
            <a:ext cx="3038604" cy="4656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1AFA8-F243-4334-97EA-A5A459F849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159" y="8830757"/>
            <a:ext cx="3038604" cy="4656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36A51-0896-4593-B542-D09F23272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6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r">
              <a:defRPr sz="1200"/>
            </a:lvl1pPr>
          </a:lstStyle>
          <a:p>
            <a:fld id="{7D1664D1-8CFB-4748-8652-F6CDCD1A39D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57" tIns="46378" rIns="92757" bIns="4637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7"/>
          </a:xfrm>
          <a:prstGeom prst="rect">
            <a:avLst/>
          </a:prstGeom>
        </p:spPr>
        <p:txBody>
          <a:bodyPr vert="horz" lIns="92757" tIns="46378" rIns="92757" bIns="4637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4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4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r">
              <a:defRPr sz="1200"/>
            </a:lvl1pPr>
          </a:lstStyle>
          <a:p>
            <a:fld id="{85412D0C-2374-4405-A38C-518845727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14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B9441-6582-E7F9-4722-23CA10EF9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AECBD-37BA-320F-0498-2FBDDF25A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40E71-C87A-0B56-00D5-27F7BEAA3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946C2-ED0D-D3F0-737B-029916080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63232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12D0C-2374-4405-A38C-518845727A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31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412D0C-2374-4405-A38C-518845727A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4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828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64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055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63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49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540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150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424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997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635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969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4579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CF80E-57B6-2ECE-0080-1A1AD387E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5E1E2-1615-7FFD-58A5-2DE15ECAD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1BF5C-D724-58FE-311F-5AD17ED7E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F0929-FA32-3C0E-F112-6F5D1C89B2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062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402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431DD-24A9-5A6B-EDB6-8E0A1A90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13CE1-C6AE-3041-BE15-6E96AB92E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DA383B-B425-12F0-EEC3-2569CF208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E6E7E-EFA2-00D1-ACD3-A50A0492C6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2816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241FC-0645-3082-1A6B-E51D002A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44D243-0BCC-C118-6D69-C1D8FF630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8E8D4-5BE3-2B4C-0FC0-B96BBC338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F25D3-78B8-E5DF-A8A8-EA6308014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3785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3CB12-B4A2-1A6F-2F1A-149C0D16E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38D68-971D-5D0E-55F7-84366F790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FCC89-AB4F-5BC9-D139-F28D1E8AD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CAC4-7670-7D89-DC8F-328E3BFD4B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607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921C0-16C5-2A3F-B71A-AEE375012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1A2C8-C2B1-C84A-561A-815EEEDFD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BE276-B0EA-EAF7-C764-505BBC8B2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9CEAE-AF68-71A7-3286-019FDFB0D0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2171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1354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8476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5531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928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3748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2185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CDE6-EE99-3A92-CF5B-C110A5C42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2B2C01-A1DF-C691-72AC-F985A61B9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FBB161-98FA-30BB-06E0-726134E55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5CD76-DE8C-F170-6B81-577DE9B845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835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139DF-15AE-EC79-BA7E-B3C5D55E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6E43F-F65E-630E-984E-AF8CF99E0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D63A1-F235-66B2-12CB-5C7532E1D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C7127-1B9A-9BCB-7483-26C506A358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8876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FE978-0631-029F-D898-207CD66AD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06051-1E33-1C9D-0E58-0357A302A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8D42B-F177-7EF3-9972-9FC6814CA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F1126-68CA-94C1-158E-6EBF80EC3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8741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E035A-F395-606B-4481-56E22F4F3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19AD8-0200-5011-1ECE-F954D033C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7B4CDD-CDD6-2F78-E467-62056763A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8ED2F-FC4D-8614-B009-502CB7168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2249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08B03-28D2-476C-C414-0792EBF60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54316-6051-FF79-764B-A878EB8DA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18E41-8A43-2E09-6132-95A19ED29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F15A8-6B74-E032-670D-6C9B81648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5183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21C4-550F-F14E-9519-D5EB80B61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1B9C5-E355-1A52-D811-F5D924FF0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0CAD99-3249-C416-F7B7-C1CF0B820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C00E1-C85B-4EC6-B9B3-2F90E12037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236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97A4-91E4-6D5E-DE6D-805B0FE35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7BAF7-BDAC-871F-B9D7-F5E629055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BFE3E-1899-0771-1DD7-A63C4E868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3AAA4-E2BF-1CA1-CEF4-61123D52EC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3761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5DFE9-A877-0E4B-9808-281A744F6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B199C-A7D6-7396-46CF-473DA6FDF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87B03-577C-1A5F-0981-540B875B3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A851D-305D-A945-D872-0CE6D3E575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5663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https://hackernoon.com/merkle-trees-181cb4bc30b4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Simplified Payment Verification (SPV)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Simplified Payment Verification (SPV) is a method of verifying if particular transactions are included in a block without downloading the entire block.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Merkle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trees are used extensively by SPV nodes.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SPV nodes do not have data from all transactions in a block. They only download block headers.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Merkle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trees enable SPV nodes on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blockchain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check if miners have verified the transactions in a block without downloading all the transactions in a block. This method is currently used by some lightweight Bitcoin clients.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4AA66-5286-4A71-8DC1-D387DED69229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510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</p:spTree>
    <p:extLst>
      <p:ext uri="{BB962C8B-B14F-4D97-AF65-F5344CB8AC3E}">
        <p14:creationId xmlns:p14="http://schemas.microsoft.com/office/powerpoint/2010/main" val="34919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472" y="115753"/>
            <a:ext cx="10515600" cy="914067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967"/>
            <a:ext cx="10515600" cy="4827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58018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160496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314702"/>
            <a:ext cx="10515600" cy="277494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0878493" y="6581940"/>
            <a:ext cx="1313507" cy="27606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defPPr>
              <a:defRPr lang="en-US"/>
            </a:defPPr>
            <a:lvl1pPr marL="0" algn="r" defTabSz="914377" rtl="0" eaLnBrk="1" latinLnBrk="0" hangingPunct="1">
              <a:defRPr lang="en-US" sz="12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3BC241-7286-4066-AAE4-0801D26EA29E}" type="slidenum">
              <a:rPr lang="aa-ET" smtClean="0"/>
              <a:pPr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501477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55472" y="115753"/>
            <a:ext cx="10515600" cy="914067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23752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55472" y="115753"/>
            <a:ext cx="10515600" cy="914067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16111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55472" y="115753"/>
            <a:ext cx="10515600" cy="914067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37001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19874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414853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14770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0215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8493" y="6581940"/>
            <a:ext cx="1313507" cy="276060"/>
          </a:xfrm>
        </p:spPr>
        <p:txBody>
          <a:bodyPr/>
          <a:lstStyle/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18033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C7858-D394-1DF3-8548-66CE55288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452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0432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6C1A2-C823-594D-0305-E762FC21A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61840"/>
            <a:ext cx="9144000" cy="15849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EADBC-FC3A-F6AB-47B4-2E47609F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9243-4112-7B47-A574-2D273E35D5BF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CD5FA-CF77-D285-681E-29E6811E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01942-960C-299C-A498-C3ED2A47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658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BD9A-E09E-27C0-F440-9D83036CB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101601"/>
            <a:ext cx="11186160" cy="98551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317A4-8BBD-54EB-8341-6A6B09914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097280"/>
            <a:ext cx="11186160" cy="5079683"/>
          </a:xfrm>
        </p:spPr>
        <p:txBody>
          <a:bodyPr>
            <a:normAutofit/>
          </a:bodyPr>
          <a:lstStyle>
            <a:lvl1pPr>
              <a:defRPr sz="3200"/>
            </a:lvl1pPr>
            <a:lvl2pPr marL="685800" indent="-228600">
              <a:buFont typeface="System Font Regular"/>
              <a:buChar char="−"/>
              <a:defRPr sz="2800"/>
            </a:lvl2pPr>
            <a:lvl3pPr marL="1143000" indent="-228600">
              <a:buFont typeface="Wingdings" pitchFamily="2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348C2E2-1287-A287-C5A8-24913934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C187-CAD7-6048-8C63-99BBB8908136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DC7CB26-524D-696E-CC83-507688F1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E6A54D-DC81-738E-1BEE-B237D69C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93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04648-4538-750C-7EE1-223668DC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0F2E1-ECAA-4DD2-425F-64F40CAD3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963A2-C90D-F927-6660-D043609CC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EF2E6-6629-DA43-81BC-EC712F4B5466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FE049-0473-B4C2-1291-C73354AD4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31B0E-4E34-EAD8-A1D1-57CBD5CE2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04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C6983-ACF4-D2FF-550D-7521D9C1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760F6-F485-781B-D79F-C026B432F2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A9B31-1608-966B-6FF9-D180F6BA7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E9F2A-B43F-F0D4-3F76-27FB4DE7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4FDE-C188-ED4A-8904-90C7377CA55E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5907C-697C-ED08-3F75-E31B2EE3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A1F3D-78B2-4FF0-F5DB-76EFAA2F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447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5B2D-0C64-FBAF-5593-D97CF801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1EA66-FAC3-3698-6220-1A94F8A42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A302E-0245-F0D0-D052-B1D8D82B2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CA6952-B46D-38B4-F728-B77FC9960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0A727-B6BA-1E0C-A4A4-CEAA10F30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7075C-8C1E-2AE7-1628-AE106A293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59A2-FD1F-D047-9B71-2099CD96FB05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2270EF-DDC8-5339-C583-77D74079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C3B1F-1426-32FD-9474-94C0B223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296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32E3-B42B-8881-ECBD-DD87B083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CC8C1-CDF5-4584-D4F9-21C17A75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21AD-14B7-AB4F-B42E-6335F98BEAFF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88A07-7922-BC79-0A35-EFFA1991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73C74-5D1C-ADB6-FF80-7000D003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7824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5375D4-3AF6-A58E-051F-58D7D1235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A72A-0C74-6E44-A7EE-CA74955F1256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B3ECF-6748-2655-F77F-E8CA4016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60ABE-8C6A-9352-A215-6EBF86F8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8170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5DAC-4002-01D9-6457-D37C5DF97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FBE91-7D8E-3944-5569-40E8D6B74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325B0-27F2-9710-58F6-0C07626C2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CBABE-1AE7-D70C-7708-85020C73E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005-574F-D344-BCB1-9D2AB269A3EC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73628-77BC-4A24-08E2-D57F3D53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5F63F-7883-63AF-C6F9-B3BC8A2E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865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0EB26-001F-167A-6BA0-DCD22D591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DCA67E-ABF8-043E-F669-25D35A32A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1ED5B5-8357-7928-0AFB-A855388E3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618A2-5986-F9BA-EC13-3460B7AB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8EC7F-129E-B04A-94CE-A0E8D5F704B5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07585-1E53-29E6-E14C-D4E5C685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9FB97-D9C9-FC78-3D39-E81B1517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792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7194-44EF-7006-9E4C-D94DF839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5E83A-839B-9260-0A21-8B997EE52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D60F5-F487-9F40-578A-E36732D3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C171-6AFE-CA49-AAE9-DDDD51BDA4CC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94D0E-FEF0-3CE4-88E0-9B5CC134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A42E7-F5E7-2271-1D3F-3BB0DA5F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971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BDCBF-90E9-B6D4-B1BD-BB6439AE4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AB2C1-4897-983B-2FB9-BD11C271D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2C104-D518-1AB2-0F63-977F49D66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C7AE-E3C9-5846-8CAD-0E757E344CB1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6A4A2-8093-06BB-B2C2-65BC1329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C8E6A-87A5-42E0-E66E-73CA8E98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330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2332"/>
            <a:ext cx="10515600" cy="914067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73392"/>
            <a:ext cx="10515600" cy="5127408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5605" y="6581870"/>
            <a:ext cx="2444436" cy="266348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lang="en-US" sz="1200" smtClean="0">
                <a:solidFill>
                  <a:srgbClr val="000000"/>
                </a:solidFill>
              </a:defRPr>
            </a:lvl1pPr>
          </a:lstStyle>
          <a:p>
            <a:fld id="{123BC241-7286-4066-AAE4-0801D26EA29E}" type="slidenum">
              <a:rPr lang="aa-ET" smtClean="0"/>
              <a:t>‹#›</a:t>
            </a:fld>
            <a:endParaRPr lang="aa-ET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5092" y="136543"/>
            <a:ext cx="727986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0" y="993895"/>
            <a:ext cx="12192000" cy="45720"/>
          </a:xfrm>
          <a:prstGeom prst="rect">
            <a:avLst/>
          </a:prstGeom>
          <a:solidFill>
            <a:srgbClr val="24469D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8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hf hdr="0" ftr="0" dt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F3F57-E6B6-8186-2E62-9C692D19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01601"/>
            <a:ext cx="11104880" cy="985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11C77-CC50-A510-3609-2D8F9FCB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160" y="1097280"/>
            <a:ext cx="11104880" cy="5079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1BAA1-DC72-3CD1-7F89-2EE55E237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2A23580C-EA65-AC41-9F7C-B6439987B4B7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29EAC-E423-483D-525E-9C75A5695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901939-8975-2548-1296-9C55C71BB2BA}"/>
              </a:ext>
            </a:extLst>
          </p:cNvPr>
          <p:cNvCxnSpPr>
            <a:cxnSpLocks/>
          </p:cNvCxnSpPr>
          <p:nvPr userDrawn="1"/>
        </p:nvCxnSpPr>
        <p:spPr>
          <a:xfrm>
            <a:off x="518160" y="924560"/>
            <a:ext cx="111048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A1E25-5EFC-07B9-34A4-FC84A6B0A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0104" y="6578930"/>
            <a:ext cx="1060269" cy="2790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 i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39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rgbClr val="0432FF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ckchain.com/btc/tx/7cc90809ea6c90899086ed8607eea8dcc1bbe2ee3fbaa662f3f597888575c4c9" TargetMode="External"/><Relationship Id="rId2" Type="http://schemas.openxmlformats.org/officeDocument/2006/relationships/hyperlink" Target="https://btcscan.org/tx/7cc90809ea6c90899086ed8607eea8dcc1bbe2ee3fbaa662f3f597888575c4c9?expan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ockchain.com/btc/tx/90d1633cf6c39b869b162d8edcf1fa69fc53252df1e8f8c128f97957b48e5b66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ckchain.com/btc/tx/0f07ec1c3738873cd6336f0e2c92094bf08d0ad3bce8aba0efa2eb9d172fd60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tcscan.org/tx/7cc90809ea6c90899086ed8607eea8dcc1bbe2ee3fbaa662f3f597888575c4c9?expand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tcscan.org/tx/7cc90809ea6c90899086ed8607eea8dcc1bbe2ee3fbaa662f3f597888575c4c9?expand" TargetMode="External"/><Relationship Id="rId2" Type="http://schemas.openxmlformats.org/officeDocument/2006/relationships/hyperlink" Target="https://www.blockchain.com/btc/tx/0f07ec1c3738873cd6336f0e2c92094bf08d0ad3bce8aba0efa2eb9d172fd60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lockchain.com/btc/tx/7cc90809ea6c90899086ed8607eea8dcc1bbe2ee3fbaa662f3f597888575c4c9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ckchain.com/btc/tx/0f07ec1c3738873cd6336f0e2c92094bf08d0ad3bce8aba0efa2eb9d172fd60c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lockchain.com/btc/tx/7cc90809ea6c90899086ed8607eea8dcc1bbe2ee3fbaa662f3f597888575c4c9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ckchain.com/btc/tx/7cc90809ea6c90899086ed8607eea8dcc1bbe2ee3fbaa662f3f597888575c4c9" TargetMode="External"/><Relationship Id="rId2" Type="http://schemas.openxmlformats.org/officeDocument/2006/relationships/hyperlink" Target="https://www.blockchain.com/btc/tx/0f07ec1c3738873cd6336f0e2c92094bf08d0ad3bce8aba0efa2eb9d172fd60c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cedar.lums.edu.pk/#/stabl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ockchain.com/btc/tx/0f07ec1c3738873cd6336f0e2c92094bf08d0ad3bce8aba0efa2eb9d172fd60c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ockchain.com/btc/tx/0f07ec1c3738873cd6336f0e2c92094bf08d0ad3bce8aba0efa2eb9d172fd60c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ockchain.com/btc/tx/0f07ec1c3738873cd6336f0e2c92094bf08d0ad3bce8aba0efa2eb9d172fd60c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532F2-2275-3F6B-82B8-1B0CA52F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0EC572-1CE7-598F-9FA4-5062F84F9CA5}"/>
              </a:ext>
            </a:extLst>
          </p:cNvPr>
          <p:cNvSpPr/>
          <p:nvPr/>
        </p:nvSpPr>
        <p:spPr>
          <a:xfrm>
            <a:off x="384313" y="3016490"/>
            <a:ext cx="10846671" cy="14465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latin typeface="Candara" panose="020E0502030303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170A78-22DF-BCD5-825B-B0A7F8375E55}"/>
              </a:ext>
            </a:extLst>
          </p:cNvPr>
          <p:cNvSpPr/>
          <p:nvPr/>
        </p:nvSpPr>
        <p:spPr>
          <a:xfrm>
            <a:off x="252663" y="637674"/>
            <a:ext cx="11555024" cy="431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A327C-08C1-4A0B-3853-4BC7F0718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401750" y="440958"/>
            <a:ext cx="1256849" cy="125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3B4093-EDEB-88AD-105E-DD4B298CC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Introduction to Blockchain</a:t>
            </a:r>
            <a:br>
              <a:rPr lang="en-GB" dirty="0">
                <a:latin typeface="+mn-lt"/>
              </a:rPr>
            </a:br>
            <a:br>
              <a:rPr lang="en-GB" dirty="0">
                <a:latin typeface="+mn-lt"/>
              </a:rPr>
            </a:br>
            <a:r>
              <a:rPr lang="en-GB" sz="4000" dirty="0">
                <a:solidFill>
                  <a:srgbClr val="C00000"/>
                </a:solidFill>
                <a:latin typeface="+mn-lt"/>
              </a:rPr>
              <a:t>CSE-355</a:t>
            </a:r>
            <a:endParaRPr lang="en-PK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02CF6C0-F187-BF6B-6A7A-C822475490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Ahmed Akhtar</a:t>
            </a:r>
          </a:p>
          <a:p>
            <a:r>
              <a:rPr lang="en-GB" dirty="0"/>
              <a:t>Department of Computer Science</a:t>
            </a:r>
          </a:p>
          <a:p>
            <a:r>
              <a:rPr lang="en-GB" dirty="0"/>
              <a:t>SMCS, IBA Karachi</a:t>
            </a:r>
          </a:p>
          <a:p>
            <a:r>
              <a:rPr lang="en-GB" dirty="0"/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2183615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D1340-394C-8092-5D0A-E3BCC7B6D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C9F2F-9E03-4A62-A198-A3062FB80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>
                <a:latin typeface="+mn-lt"/>
              </a:rPr>
              <a:t>Lecture </a:t>
            </a:r>
            <a:r>
              <a:rPr lang="en-US" dirty="0">
                <a:latin typeface="+mn-lt"/>
              </a:rPr>
              <a:t>11</a:t>
            </a:r>
            <a:br>
              <a:rPr lang="en-PK" dirty="0">
                <a:latin typeface="+mn-lt"/>
              </a:rPr>
            </a:br>
            <a:r>
              <a:rPr lang="en-US" dirty="0">
                <a:latin typeface="+mn-lt"/>
              </a:rPr>
              <a:t>Tuesday</a:t>
            </a:r>
            <a:r>
              <a:rPr lang="en-PK" dirty="0">
                <a:latin typeface="+mn-lt"/>
              </a:rPr>
              <a:t>, </a:t>
            </a:r>
            <a:r>
              <a:rPr lang="en-US" dirty="0">
                <a:latin typeface="+mn-lt"/>
              </a:rPr>
              <a:t>Feb</a:t>
            </a:r>
            <a:r>
              <a:rPr lang="en-PK" dirty="0">
                <a:latin typeface="+mn-lt"/>
              </a:rPr>
              <a:t> </a:t>
            </a:r>
            <a:r>
              <a:rPr lang="en-US" dirty="0">
                <a:latin typeface="+mn-lt"/>
              </a:rPr>
              <a:t>24</a:t>
            </a:r>
            <a:r>
              <a:rPr lang="en-PK" dirty="0">
                <a:latin typeface="+mn-lt"/>
              </a:rPr>
              <a:t>, 202</a:t>
            </a:r>
            <a:r>
              <a:rPr lang="en-US" dirty="0">
                <a:latin typeface="+mn-lt"/>
              </a:rPr>
              <a:t>6</a:t>
            </a:r>
            <a:endParaRPr lang="en-PK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F174B-0761-8199-54BA-09C4CA09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018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45671" y="1745343"/>
          <a:ext cx="8714644" cy="4739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732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435732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4123558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2fa9c4b9585b74fd5fd8c92fd4e32824b531e515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pPr marL="0" algn="l" defTabSz="685783" rtl="0" eaLnBrk="1" latinLnBrk="0" hangingPunct="1"/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1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0.01094000 BTC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9772ba84d827ac93d719a2a40f3f5dcb8963b8ad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97892" y="979058"/>
            <a:ext cx="844145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hlinkClick r:id="rId2"/>
              </a:rPr>
              <a:t>7cc90809ea6c90899086ed8607eea8dcc1bbe2ee3fbaa662f3f597888575c4c9</a:t>
            </a:r>
            <a:r>
              <a:rPr lang="en-US" dirty="0">
                <a:hlinkClick r:id="rId3"/>
              </a:rPr>
              <a:t>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990437" y="2953489"/>
            <a:ext cx="4572000" cy="9694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891" lvl="1"/>
            <a:endParaRPr lang="en-US" b="1" dirty="0"/>
          </a:p>
          <a:p>
            <a:pPr marL="342891" lvl="1"/>
            <a:r>
              <a:rPr lang="en-US" b="1" dirty="0"/>
              <a:t>If </a:t>
            </a:r>
            <a:r>
              <a:rPr lang="en-US" dirty="0" err="1"/>
              <a:t>ScriptPubKey</a:t>
            </a:r>
            <a:r>
              <a:rPr lang="en-US" dirty="0"/>
              <a:t>(</a:t>
            </a:r>
            <a:r>
              <a:rPr lang="en-US" dirty="0" err="1"/>
              <a:t>ScriptSig</a:t>
            </a:r>
            <a:r>
              <a:rPr lang="en-US" dirty="0"/>
              <a:t>)</a:t>
            </a:r>
          </a:p>
          <a:p>
            <a:pPr marL="342891" lvl="1"/>
            <a:r>
              <a:rPr lang="en-US" b="1" dirty="0"/>
              <a:t>	then </a:t>
            </a:r>
            <a:r>
              <a:rPr lang="en-US" dirty="0"/>
              <a:t>create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4494" y="2953490"/>
            <a:ext cx="322122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CC"/>
                </a:solidFill>
              </a:rPr>
              <a:t>Lock to Babar’s </a:t>
            </a:r>
            <a:r>
              <a:rPr lang="en-US" dirty="0" err="1">
                <a:solidFill>
                  <a:srgbClr val="0000CC"/>
                </a:solidFill>
              </a:rPr>
              <a:t>PubKey</a:t>
            </a:r>
            <a:r>
              <a:rPr lang="en-US" dirty="0">
                <a:solidFill>
                  <a:srgbClr val="0000CC"/>
                </a:solidFill>
              </a:rPr>
              <a:t> Hash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4494" y="5278819"/>
            <a:ext cx="322122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CC"/>
                </a:solidFill>
              </a:rPr>
              <a:t>Lock to </a:t>
            </a:r>
            <a:r>
              <a:rPr lang="en-US" dirty="0" err="1">
                <a:solidFill>
                  <a:srgbClr val="0000CC"/>
                </a:solidFill>
              </a:rPr>
              <a:t>Alia’s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 err="1">
                <a:solidFill>
                  <a:srgbClr val="0000CC"/>
                </a:solidFill>
              </a:rPr>
              <a:t>PubKey</a:t>
            </a:r>
            <a:r>
              <a:rPr lang="en-US" dirty="0">
                <a:solidFill>
                  <a:srgbClr val="0000CC"/>
                </a:solidFill>
              </a:rPr>
              <a:t> 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6971" y="4446146"/>
            <a:ext cx="322122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If transaction inputs are valid then</a:t>
            </a:r>
          </a:p>
        </p:txBody>
      </p:sp>
    </p:spTree>
    <p:extLst>
      <p:ext uri="{BB962C8B-B14F-4D97-AF65-F5344CB8AC3E}">
        <p14:creationId xmlns:p14="http://schemas.microsoft.com/office/powerpoint/2010/main" val="110839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228897"/>
            <a:ext cx="7886700" cy="482799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Multiple inputs and outputs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1889454"/>
            <a:ext cx="7998114" cy="4385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89323" y="2590093"/>
            <a:ext cx="936343" cy="677108"/>
          </a:xfrm>
          <a:prstGeom prst="rect">
            <a:avLst/>
          </a:prstGeom>
          <a:solidFill>
            <a:srgbClr val="0000C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dirty="0" err="1"/>
              <a:t>Alia’s</a:t>
            </a:r>
            <a:r>
              <a:rPr lang="en-US" dirty="0"/>
              <a:t>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9897" y="4323493"/>
            <a:ext cx="936343" cy="677108"/>
          </a:xfrm>
          <a:prstGeom prst="rect">
            <a:avLst/>
          </a:prstGeom>
          <a:solidFill>
            <a:srgbClr val="0000C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dirty="0"/>
              <a:t>Babar’s output</a:t>
            </a:r>
          </a:p>
        </p:txBody>
      </p:sp>
    </p:spTree>
    <p:extLst>
      <p:ext uri="{BB962C8B-B14F-4D97-AF65-F5344CB8AC3E}">
        <p14:creationId xmlns:p14="http://schemas.microsoft.com/office/powerpoint/2010/main" val="305982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025698"/>
            <a:ext cx="7886700" cy="4827997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Unspendable</a:t>
            </a:r>
            <a:r>
              <a:rPr lang="en-US" b="1" dirty="0"/>
              <a:t>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45671" y="1523674"/>
          <a:ext cx="8714644" cy="50642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732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435732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446539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</a:t>
                      </a:r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r>
                        <a:rPr lang="en-US" sz="2000" dirty="0"/>
                        <a:t>Prev.</a:t>
                      </a:r>
                      <a:r>
                        <a:rPr lang="en-US" sz="2000" baseline="0" dirty="0"/>
                        <a:t> Trans. ID:</a:t>
                      </a:r>
                    </a:p>
                    <a:p>
                      <a:pPr algn="ctr"/>
                      <a:r>
                        <a:rPr lang="en-US" sz="2000" baseline="0" dirty="0"/>
                        <a:t>Index: 0</a:t>
                      </a:r>
                    </a:p>
                    <a:p>
                      <a:pPr algn="ctr"/>
                      <a:r>
                        <a:rPr lang="en-US" sz="2000" baseline="0" dirty="0" err="1"/>
                        <a:t>ScriptSig</a:t>
                      </a:r>
                      <a:endParaRPr lang="en-US" sz="2000" baseline="0" dirty="0"/>
                    </a:p>
                    <a:p>
                      <a:pPr algn="ctr"/>
                      <a:endParaRPr lang="en-US" sz="2000" baseline="0" dirty="0"/>
                    </a:p>
                    <a:p>
                      <a:pPr algn="ctr"/>
                      <a:endParaRPr lang="en-US" sz="2000" baseline="0" dirty="0"/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  <a:tr h="11793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US" sz="3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/>
                        </a:rPr>
                        <a:t>Index 0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685783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 BTC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685783" rtl="0" eaLnBrk="1" latinLnBrk="0" hangingPunct="1"/>
                      <a:r>
                        <a:rPr lang="en-US" sz="2400" b="1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OP_Return</a:t>
                      </a:r>
                      <a:endParaRPr lang="en-US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685783" rtl="0" eaLnBrk="1" latinLnBrk="0" hangingPunct="1"/>
                      <a:r>
                        <a:rPr lang="en-US" sz="2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&lt;any thing&gt;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708663"/>
                  </a:ext>
                </a:extLst>
              </a:tr>
              <a:tr h="20609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1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2fa9c4b9585b74fd5fd8c92fd4e32824b531e515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22045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72583" y="2225919"/>
            <a:ext cx="1636550" cy="1261884"/>
          </a:xfrm>
          <a:prstGeom prst="rect">
            <a:avLst/>
          </a:prstGeom>
          <a:solidFill>
            <a:srgbClr val="0000C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 dirty="0"/>
          </a:p>
          <a:p>
            <a:pPr algn="ctr"/>
            <a:r>
              <a:rPr lang="en-US" dirty="0" err="1"/>
              <a:t>Unspendable</a:t>
            </a:r>
            <a:r>
              <a:rPr lang="en-US" dirty="0"/>
              <a:t> Output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02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6</a:t>
            </a:fld>
            <a:endParaRPr lang="aa-ET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05399"/>
              </p:ext>
            </p:extLst>
          </p:nvPr>
        </p:nvGraphicFramePr>
        <p:xfrm>
          <a:off x="1899868" y="1132782"/>
          <a:ext cx="8714644" cy="4526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732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435732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41235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</a:t>
                      </a:r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r>
                        <a:rPr lang="en-US" sz="2000" dirty="0"/>
                        <a:t>Prev.</a:t>
                      </a:r>
                      <a:r>
                        <a:rPr lang="en-US" sz="2000" baseline="0" dirty="0"/>
                        <a:t> Trans. ID:</a:t>
                      </a:r>
                    </a:p>
                    <a:p>
                      <a:pPr algn="ctr"/>
                      <a:r>
                        <a:rPr lang="en-US" sz="2000" baseline="0" dirty="0">
                          <a:hlinkClick r:id="rId3"/>
                        </a:rPr>
                        <a:t>0f07ec1c3738873cd6336f0e2c92094bf08d0ad3bce8aba0efa2eb9d172fd60c</a:t>
                      </a:r>
                      <a:r>
                        <a:rPr lang="en-US" sz="2000" baseline="0" dirty="0"/>
                        <a:t> </a:t>
                      </a:r>
                    </a:p>
                    <a:p>
                      <a:pPr algn="ctr"/>
                      <a:r>
                        <a:rPr lang="en-US" sz="2000" baseline="0" dirty="0"/>
                        <a:t>Index: 0</a:t>
                      </a:r>
                    </a:p>
                    <a:p>
                      <a:pPr algn="l"/>
                      <a:r>
                        <a:rPr lang="en-US" sz="2000" baseline="0" dirty="0" err="1"/>
                        <a:t>ScriptSig</a:t>
                      </a:r>
                      <a:endParaRPr lang="en-US" sz="2000" baseline="0" dirty="0"/>
                    </a:p>
                    <a:p>
                      <a:pPr algn="l"/>
                      <a:r>
                        <a:rPr lang="en-US" sz="1200" dirty="0"/>
                        <a:t>304402208a09e17ddf7f3e7d1d6e18b3b42f9e445c8c6f5f2e93f993b6f6b9c5b1f3a2d702202f7d8b03c2f1763e8c5ff0b8a0b6c80b7d41d6e2a2b9df62d4a056c6bb6f23ef01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(Signature)</a:t>
                      </a:r>
                    </a:p>
                    <a:p>
                      <a:pPr algn="l"/>
                      <a:endParaRPr lang="en-US" sz="1100" dirty="0"/>
                    </a:p>
                    <a:p>
                      <a:pPr algn="l"/>
                      <a:r>
                        <a:rPr lang="en-US" sz="1200" dirty="0"/>
                        <a:t>026a7cd9a8f65b260bd459d8c1e823110a699391cbaabb6a4304a5e680b2ab2cf8 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(Public Key)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2fa9c4b9585b74fd5fd8c92fd4e32824b531e515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1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0.01094000 BTC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9772ba84d827ac93d719      a2a40f3f5dcb8963b8ad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944491" y="5659062"/>
            <a:ext cx="8737562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solidFill>
                  <a:srgbClr val="0070C0"/>
                </a:solidFill>
                <a:hlinkClick r:id="rId4"/>
              </a:rPr>
              <a:t>7cc90809ea6c90899086ed8607eea8dcc1bbe2ee3fbaa662f3f597888575c4c9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042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6948" y="1348967"/>
                <a:ext cx="11292396" cy="482799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err="1"/>
                  <a:t>scriptSig</a:t>
                </a:r>
                <a:endParaRPr lang="en-US" b="1" dirty="0"/>
              </a:p>
              <a:p>
                <a:r>
                  <a:rPr lang="en-US" dirty="0"/>
                  <a:t>Signature is created using Elliptic Curve Digital Signature Algorithm (ECDSA)</a:t>
                </a:r>
              </a:p>
              <a:p>
                <a:r>
                  <a:rPr lang="en-US" dirty="0"/>
                  <a:t>ECDSA signature is a pair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are both integers </a:t>
                </a:r>
              </a:p>
              <a:p>
                <a:r>
                  <a:rPr lang="en-US" dirty="0"/>
                  <a:t>ECDSA signature format</a:t>
                </a:r>
              </a:p>
              <a:p>
                <a:pPr lvl="1"/>
                <a:r>
                  <a:rPr lang="en-US" b="1" dirty="0"/>
                  <a:t>30 </a:t>
                </a:r>
                <a:r>
                  <a:rPr lang="en-US" dirty="0"/>
                  <a:t>&lt;total length&gt; </a:t>
                </a:r>
                <a:r>
                  <a:rPr lang="en-US" b="1" dirty="0"/>
                  <a:t>02</a:t>
                </a:r>
                <a:r>
                  <a:rPr lang="en-US" dirty="0"/>
                  <a:t>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length&gt;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bytes&gt; </a:t>
                </a:r>
                <a:r>
                  <a:rPr lang="en-US" b="1" dirty="0"/>
                  <a:t>02</a:t>
                </a:r>
                <a:r>
                  <a:rPr lang="en-US" dirty="0"/>
                  <a:t>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length&gt;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bytes&gt; &lt;</a:t>
                </a:r>
                <a:r>
                  <a:rPr lang="en-US" dirty="0" err="1"/>
                  <a:t>sighash</a:t>
                </a:r>
                <a:r>
                  <a:rPr lang="en-US" dirty="0"/>
                  <a:t> byte&gt;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948" y="1348967"/>
                <a:ext cx="11292396" cy="4827997"/>
              </a:xfrm>
              <a:blipFill>
                <a:blip r:embed="rId2"/>
                <a:stretch>
                  <a:fillRect l="-1134" t="-2020" r="-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7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347688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6948" y="1348967"/>
                <a:ext cx="11292396" cy="482799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ECDSA signature format</a:t>
                </a:r>
              </a:p>
              <a:p>
                <a:r>
                  <a:rPr lang="en-US" b="1" dirty="0"/>
                  <a:t>30 </a:t>
                </a:r>
                <a:r>
                  <a:rPr lang="en-US" dirty="0"/>
                  <a:t>&lt;total length&gt; </a:t>
                </a:r>
                <a:r>
                  <a:rPr lang="en-US" b="1" dirty="0"/>
                  <a:t>02</a:t>
                </a:r>
                <a:r>
                  <a:rPr lang="en-US" dirty="0"/>
                  <a:t>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length&gt;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bytes&gt; </a:t>
                </a:r>
                <a:r>
                  <a:rPr lang="en-US" b="1" dirty="0"/>
                  <a:t>02</a:t>
                </a:r>
                <a:r>
                  <a:rPr lang="en-US" dirty="0"/>
                  <a:t>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length&gt;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bytes&gt; &lt;</a:t>
                </a:r>
                <a:r>
                  <a:rPr lang="en-US" dirty="0" err="1"/>
                  <a:t>sighash</a:t>
                </a:r>
                <a:r>
                  <a:rPr lang="en-US" dirty="0"/>
                  <a:t> byte&gt;</a:t>
                </a:r>
              </a:p>
              <a:p>
                <a:pPr lvl="1"/>
                <a:r>
                  <a:rPr lang="en-US" dirty="0"/>
                  <a:t>30  - DER (Distinguished Encoding Rules) sequence</a:t>
                </a:r>
              </a:p>
              <a:p>
                <a:pPr lvl="1"/>
                <a:r>
                  <a:rPr lang="en-US" dirty="0"/>
                  <a:t>&lt;total length&gt; - Total length in bytes of everything that follows </a:t>
                </a:r>
              </a:p>
              <a:p>
                <a:pPr lvl="1"/>
                <a:r>
                  <a:rPr lang="en-US" dirty="0"/>
                  <a:t>02 – Integer tag</a:t>
                </a:r>
              </a:p>
              <a:p>
                <a:pPr lvl="1"/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length&gt; -  Length in bytes of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bytes&gt; - The actual bytes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02 – Integer tag</a:t>
                </a:r>
              </a:p>
              <a:p>
                <a:pPr lvl="1"/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length&gt; -  Length in bytes of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bytes&gt; - The actual bytes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&lt;</a:t>
                </a:r>
                <a:r>
                  <a:rPr lang="en-US" dirty="0" err="1"/>
                  <a:t>sighash</a:t>
                </a:r>
                <a:r>
                  <a:rPr lang="en-US" dirty="0"/>
                  <a:t> byte&gt; - 1 byte flag indicating which parts of the transaction were hashed and signed</a:t>
                </a:r>
              </a:p>
              <a:p>
                <a:pPr lvl="2"/>
                <a:r>
                  <a:rPr lang="en-US" dirty="0"/>
                  <a:t>0x01 – all inputs and all outputs hashed and signed</a:t>
                </a:r>
              </a:p>
              <a:p>
                <a:pPr lvl="2"/>
                <a:r>
                  <a:rPr lang="en-US" dirty="0"/>
                  <a:t>0x02 – all inputs are hashed and signed but no output</a:t>
                </a:r>
              </a:p>
              <a:p>
                <a:pPr marL="914377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948" y="1348967"/>
                <a:ext cx="11292396" cy="4827997"/>
              </a:xfrm>
              <a:blipFill>
                <a:blip r:embed="rId2"/>
                <a:stretch>
                  <a:fillRect l="-972" t="-2525" r="-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8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43136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6948" y="1348967"/>
                <a:ext cx="11292396" cy="4827997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ECDSA signature format</a:t>
                </a:r>
              </a:p>
              <a:p>
                <a:r>
                  <a:rPr lang="en-US" b="1" dirty="0"/>
                  <a:t>30 </a:t>
                </a:r>
                <a:r>
                  <a:rPr lang="en-US" dirty="0"/>
                  <a:t>&lt;total length&gt; </a:t>
                </a:r>
                <a:r>
                  <a:rPr lang="en-US" b="1" dirty="0"/>
                  <a:t>02</a:t>
                </a:r>
                <a:r>
                  <a:rPr lang="en-US" dirty="0"/>
                  <a:t>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length&gt;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bytes&gt; </a:t>
                </a:r>
                <a:r>
                  <a:rPr lang="en-US" b="1" dirty="0"/>
                  <a:t>02</a:t>
                </a:r>
                <a:r>
                  <a:rPr lang="en-US" dirty="0"/>
                  <a:t>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length&gt;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bytes&gt; &lt;</a:t>
                </a:r>
                <a:r>
                  <a:rPr lang="en-US" dirty="0" err="1"/>
                  <a:t>sighash</a:t>
                </a:r>
                <a:r>
                  <a:rPr lang="en-US" dirty="0"/>
                  <a:t> byte&gt;</a:t>
                </a:r>
              </a:p>
              <a:p>
                <a:pPr lvl="1"/>
                <a:r>
                  <a:rPr lang="en-US" dirty="0"/>
                  <a:t>30  - DER (Distinguished Encoding Rules) sequence</a:t>
                </a:r>
              </a:p>
              <a:p>
                <a:pPr lvl="1"/>
                <a:r>
                  <a:rPr lang="en-US" dirty="0"/>
                  <a:t>&lt;total length&gt; - </a:t>
                </a:r>
                <a:r>
                  <a:rPr lang="en-US" dirty="0">
                    <a:solidFill>
                      <a:srgbClr val="476B9F"/>
                    </a:solidFill>
                  </a:rPr>
                  <a:t>0x44 (68 bytes)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02 – Integer tag</a:t>
                </a:r>
              </a:p>
              <a:p>
                <a:pPr lvl="1"/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length&gt; -  </a:t>
                </a:r>
                <a:r>
                  <a:rPr lang="en-US" dirty="0">
                    <a:solidFill>
                      <a:srgbClr val="476B9F"/>
                    </a:solidFill>
                  </a:rPr>
                  <a:t>0x20 (32 bytes)</a:t>
                </a:r>
              </a:p>
              <a:p>
                <a:pPr lvl="1"/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bytes&gt; - </a:t>
                </a:r>
                <a:r>
                  <a:rPr lang="en-US" dirty="0">
                    <a:solidFill>
                      <a:srgbClr val="476B9F"/>
                    </a:solidFill>
                  </a:rPr>
                  <a:t>8a09e17ddf7f3e7d1d6e18b3b42f9e445c8c6f5f2e93f993b6f6b9c5b1f3a2d7</a:t>
                </a:r>
              </a:p>
              <a:p>
                <a:pPr lvl="1"/>
                <a:r>
                  <a:rPr lang="en-US" dirty="0"/>
                  <a:t>02 – Integer tag</a:t>
                </a:r>
              </a:p>
              <a:p>
                <a:pPr lvl="1"/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length&gt; -  </a:t>
                </a:r>
                <a:r>
                  <a:rPr lang="en-US" dirty="0">
                    <a:solidFill>
                      <a:srgbClr val="476B9F"/>
                    </a:solidFill>
                  </a:rPr>
                  <a:t>0x20 (32 bytes)</a:t>
                </a:r>
              </a:p>
              <a:p>
                <a:pPr lvl="1"/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bytes&gt; - </a:t>
                </a:r>
                <a:r>
                  <a:rPr lang="en-US" dirty="0">
                    <a:solidFill>
                      <a:srgbClr val="476B9F"/>
                    </a:solidFill>
                  </a:rPr>
                  <a:t>2f7d8b03c2f1763e8c5ff0b8a0b6c80b7d41d6e2a2b9df62d4a056c6bb6f23ef</a:t>
                </a:r>
              </a:p>
              <a:p>
                <a:pPr lvl="1"/>
                <a:r>
                  <a:rPr lang="en-US" dirty="0"/>
                  <a:t>&lt;</a:t>
                </a:r>
                <a:r>
                  <a:rPr lang="en-US" dirty="0" err="1"/>
                  <a:t>sighash</a:t>
                </a:r>
                <a:r>
                  <a:rPr lang="en-US" dirty="0"/>
                  <a:t> byte&gt; - </a:t>
                </a:r>
                <a:r>
                  <a:rPr lang="en-US" dirty="0">
                    <a:solidFill>
                      <a:srgbClr val="476B9F"/>
                    </a:solidFill>
                  </a:rPr>
                  <a:t>0x01</a:t>
                </a: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476B9F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476B9F"/>
                    </a:solidFill>
                  </a:rPr>
                  <a:t>30</a:t>
                </a:r>
                <a:r>
                  <a:rPr lang="en-US" dirty="0">
                    <a:solidFill>
                      <a:srgbClr val="476B9F"/>
                    </a:solidFill>
                  </a:rPr>
                  <a:t>44</a:t>
                </a:r>
                <a:r>
                  <a:rPr lang="en-US" b="1" dirty="0">
                    <a:solidFill>
                      <a:srgbClr val="476B9F"/>
                    </a:solidFill>
                  </a:rPr>
                  <a:t>02</a:t>
                </a:r>
                <a:r>
                  <a:rPr lang="en-US" dirty="0">
                    <a:solidFill>
                      <a:srgbClr val="476B9F"/>
                    </a:solidFill>
                  </a:rPr>
                  <a:t>208a09e17ddf7f3e7d1d6e18b3b42f9e445c8c6f5f2e93f993b6f6b9c5b1f3a2d7</a:t>
                </a:r>
                <a:r>
                  <a:rPr lang="en-US" b="1" dirty="0">
                    <a:solidFill>
                      <a:srgbClr val="476B9F"/>
                    </a:solidFill>
                  </a:rPr>
                  <a:t>02</a:t>
                </a:r>
                <a:r>
                  <a:rPr lang="en-US" dirty="0">
                    <a:solidFill>
                      <a:srgbClr val="476B9F"/>
                    </a:solidFill>
                  </a:rPr>
                  <a:t>202f7d8b03c2f1763e8c5ff0b8a0b6c80b7d41d6e2a2b9df62d4a056c6bb6f23ef01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948" y="1348967"/>
                <a:ext cx="11292396" cy="4827997"/>
              </a:xfrm>
              <a:blipFill>
                <a:blip r:embed="rId2"/>
                <a:stretch>
                  <a:fillRect l="-864" t="-2399" b="-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9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75735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6948" y="1348967"/>
                <a:ext cx="11292396" cy="4827997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ECDSA signature format</a:t>
                </a:r>
              </a:p>
              <a:p>
                <a:r>
                  <a:rPr lang="en-US" b="1" dirty="0"/>
                  <a:t>30 </a:t>
                </a:r>
                <a:r>
                  <a:rPr lang="en-US" dirty="0"/>
                  <a:t>&lt;total length&gt; </a:t>
                </a:r>
                <a:r>
                  <a:rPr lang="en-US" b="1" dirty="0"/>
                  <a:t>02</a:t>
                </a:r>
                <a:r>
                  <a:rPr lang="en-US" dirty="0"/>
                  <a:t>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length&gt;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bytes&gt; </a:t>
                </a:r>
                <a:r>
                  <a:rPr lang="en-US" b="1" dirty="0"/>
                  <a:t>02</a:t>
                </a:r>
                <a:r>
                  <a:rPr lang="en-US" dirty="0"/>
                  <a:t>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length&gt; 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bytes&gt; &lt;</a:t>
                </a:r>
                <a:r>
                  <a:rPr lang="en-US" dirty="0" err="1"/>
                  <a:t>sighash</a:t>
                </a:r>
                <a:r>
                  <a:rPr lang="en-US" dirty="0"/>
                  <a:t> byte&gt;</a:t>
                </a:r>
              </a:p>
              <a:p>
                <a:pPr lvl="1"/>
                <a:r>
                  <a:rPr lang="en-US" dirty="0"/>
                  <a:t>30  - DER (Distinguished Encoding Rules) sequence</a:t>
                </a:r>
              </a:p>
              <a:p>
                <a:pPr lvl="1"/>
                <a:r>
                  <a:rPr lang="en-US" dirty="0"/>
                  <a:t>&lt;total length&gt; - </a:t>
                </a:r>
                <a:r>
                  <a:rPr lang="en-US" dirty="0">
                    <a:solidFill>
                      <a:srgbClr val="FF0000"/>
                    </a:solidFill>
                  </a:rPr>
                  <a:t>0x45 (69 bytes) </a:t>
                </a:r>
              </a:p>
              <a:p>
                <a:pPr lvl="1"/>
                <a:r>
                  <a:rPr lang="en-US" dirty="0"/>
                  <a:t>02 – Integer tag</a:t>
                </a:r>
              </a:p>
              <a:p>
                <a:pPr lvl="1"/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length&gt; -  </a:t>
                </a:r>
                <a:r>
                  <a:rPr lang="en-US" dirty="0">
                    <a:solidFill>
                      <a:srgbClr val="FF0000"/>
                    </a:solidFill>
                  </a:rPr>
                  <a:t>0x21 (33 bytes)</a:t>
                </a:r>
              </a:p>
              <a:p>
                <a:pPr lvl="1"/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bytes&gt; - </a:t>
                </a:r>
                <a:r>
                  <a:rPr lang="en-US" dirty="0">
                    <a:solidFill>
                      <a:srgbClr val="FF0000"/>
                    </a:solidFill>
                  </a:rPr>
                  <a:t>00</a:t>
                </a:r>
                <a:r>
                  <a:rPr lang="en-US" dirty="0">
                    <a:solidFill>
                      <a:srgbClr val="476B9F"/>
                    </a:solidFill>
                  </a:rPr>
                  <a:t>8a09e17ddf7f3e7d1d6e18b3b42f9e445c8c6f5f2e93f993b6f6b9c5b1f3a2d7</a:t>
                </a:r>
              </a:p>
              <a:p>
                <a:pPr lvl="1"/>
                <a:r>
                  <a:rPr lang="en-US" dirty="0"/>
                  <a:t>02 – Integer tag</a:t>
                </a:r>
              </a:p>
              <a:p>
                <a:pPr lvl="1"/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length&gt; -  </a:t>
                </a:r>
                <a:r>
                  <a:rPr lang="en-US" dirty="0">
                    <a:solidFill>
                      <a:srgbClr val="476B9F"/>
                    </a:solidFill>
                  </a:rPr>
                  <a:t>0x20 (32 bytes)</a:t>
                </a:r>
              </a:p>
              <a:p>
                <a:pPr lvl="1"/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bytes&gt; - </a:t>
                </a:r>
                <a:r>
                  <a:rPr lang="en-US" dirty="0">
                    <a:solidFill>
                      <a:srgbClr val="476B9F"/>
                    </a:solidFill>
                  </a:rPr>
                  <a:t>2f7d8b03c2f1763e8c5ff0b8a0b6c80b7d41d6e2a2b9df62d4a056c6bb6f23ef</a:t>
                </a:r>
              </a:p>
              <a:p>
                <a:pPr lvl="1"/>
                <a:r>
                  <a:rPr lang="en-US" dirty="0"/>
                  <a:t>&lt;</a:t>
                </a:r>
                <a:r>
                  <a:rPr lang="en-US" dirty="0" err="1"/>
                  <a:t>sighash</a:t>
                </a:r>
                <a:r>
                  <a:rPr lang="en-US" dirty="0"/>
                  <a:t> byte&gt; - </a:t>
                </a:r>
                <a:r>
                  <a:rPr lang="en-US" dirty="0">
                    <a:solidFill>
                      <a:srgbClr val="476B9F"/>
                    </a:solidFill>
                  </a:rPr>
                  <a:t>0x01</a:t>
                </a: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476B9F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476B9F"/>
                    </a:solidFill>
                  </a:rPr>
                  <a:t>30</a:t>
                </a:r>
                <a:r>
                  <a:rPr lang="en-US" dirty="0">
                    <a:solidFill>
                      <a:srgbClr val="FF0000"/>
                    </a:solidFill>
                  </a:rPr>
                  <a:t>45</a:t>
                </a:r>
                <a:r>
                  <a:rPr lang="en-US" b="1" dirty="0">
                    <a:solidFill>
                      <a:srgbClr val="476B9F"/>
                    </a:solidFill>
                  </a:rPr>
                  <a:t>02</a:t>
                </a:r>
                <a:r>
                  <a:rPr lang="en-US" dirty="0">
                    <a:solidFill>
                      <a:srgbClr val="FF0000"/>
                    </a:solidFill>
                  </a:rPr>
                  <a:t>2100</a:t>
                </a:r>
                <a:r>
                  <a:rPr lang="en-US" dirty="0">
                    <a:solidFill>
                      <a:srgbClr val="476B9F"/>
                    </a:solidFill>
                  </a:rPr>
                  <a:t>8a09e17ddf7f3e7d1d6e18b3b42f9e445c8c6f5f2e93f993b6f6b9c5b1f3a2d7</a:t>
                </a:r>
                <a:r>
                  <a:rPr lang="en-US" b="1" dirty="0">
                    <a:solidFill>
                      <a:srgbClr val="476B9F"/>
                    </a:solidFill>
                  </a:rPr>
                  <a:t>02</a:t>
                </a:r>
                <a:r>
                  <a:rPr lang="en-US" dirty="0">
                    <a:solidFill>
                      <a:srgbClr val="476B9F"/>
                    </a:solidFill>
                  </a:rPr>
                  <a:t>202f7d8b03c2f1763e8c5ff0b8a0b6c80b7d41d6e2a2b9df62d4a056c6bb6f23ef01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948" y="1348967"/>
                <a:ext cx="11292396" cy="4827997"/>
              </a:xfrm>
              <a:blipFill>
                <a:blip r:embed="rId2"/>
                <a:stretch>
                  <a:fillRect l="-864" t="-2399" b="-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10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82131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11</a:t>
            </a:fld>
            <a:endParaRPr lang="aa-ET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886007"/>
              </p:ext>
            </p:extLst>
          </p:nvPr>
        </p:nvGraphicFramePr>
        <p:xfrm>
          <a:off x="1899868" y="1132782"/>
          <a:ext cx="8714644" cy="4526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732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435732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41235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</a:t>
                      </a:r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r>
                        <a:rPr lang="en-US" sz="2000" dirty="0"/>
                        <a:t>Prev.</a:t>
                      </a:r>
                      <a:r>
                        <a:rPr lang="en-US" sz="2000" baseline="0" dirty="0"/>
                        <a:t> Trans. ID:</a:t>
                      </a:r>
                    </a:p>
                    <a:p>
                      <a:pPr algn="ctr"/>
                      <a:r>
                        <a:rPr lang="en-US" sz="2000" baseline="0" dirty="0">
                          <a:hlinkClick r:id="rId2"/>
                        </a:rPr>
                        <a:t>0f07ec1c3738873cd6336f0e2c92094bf08d0ad3bce8aba0efa2eb9d172fd60c</a:t>
                      </a:r>
                      <a:r>
                        <a:rPr lang="en-US" sz="2000" baseline="0" dirty="0"/>
                        <a:t> </a:t>
                      </a:r>
                    </a:p>
                    <a:p>
                      <a:pPr algn="ctr"/>
                      <a:r>
                        <a:rPr lang="en-US" sz="2000" baseline="0" dirty="0"/>
                        <a:t>Index: 0</a:t>
                      </a:r>
                    </a:p>
                    <a:p>
                      <a:pPr algn="l"/>
                      <a:r>
                        <a:rPr lang="en-US" sz="2000" baseline="0" dirty="0" err="1"/>
                        <a:t>ScriptSig</a:t>
                      </a:r>
                      <a:endParaRPr lang="en-US" sz="2000" baseline="0" dirty="0"/>
                    </a:p>
                    <a:p>
                      <a:pPr algn="l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304402208a09e17ddf7f3e7d1d6e18b3b42f9e445c8c6f5f2e93f993b6f6b9c5b1f3a2d702202f7d8b03c2f1763e8c5ff0b8a0b6c80b7d41d6e2a2b9df62d4a056c6bb6f23ef01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(Signature)</a:t>
                      </a:r>
                    </a:p>
                    <a:p>
                      <a:pPr algn="l"/>
                      <a:endParaRPr lang="en-US" sz="1100" dirty="0"/>
                    </a:p>
                    <a:p>
                      <a:pPr algn="l"/>
                      <a:r>
                        <a:rPr lang="en-US" sz="1200" dirty="0"/>
                        <a:t>026a7cd9a8f65b260bd459d8c1e823110a699391cbaabb6a4304a5e680b2ab2cf8 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(Public Key)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2fa9c4b9585b74fd5fd8c92fd4e32824b531e515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1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0.01094000 BTC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9772ba84d827ac93d719a2a40f3f5dcb8963b8ad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899869" y="5719747"/>
            <a:ext cx="8737562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dirty="0">
                <a:solidFill>
                  <a:srgbClr val="0070C0"/>
                </a:solidFill>
                <a:hlinkClick r:id="rId3"/>
              </a:rPr>
              <a:t>7cc90809ea6c90899086ed8607eea8dcc1bbe2ee3fbaa662f3f597888575c4c9</a:t>
            </a:r>
            <a:r>
              <a:rPr lang="en-US" dirty="0">
                <a:hlinkClick r:id="rId4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83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12</a:t>
            </a:fld>
            <a:endParaRPr lang="aa-ET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910055"/>
              </p:ext>
            </p:extLst>
          </p:nvPr>
        </p:nvGraphicFramePr>
        <p:xfrm>
          <a:off x="1899868" y="1132782"/>
          <a:ext cx="8714644" cy="4526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732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435732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41235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</a:t>
                      </a:r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r>
                        <a:rPr lang="en-US" sz="2000" dirty="0"/>
                        <a:t>Prev.</a:t>
                      </a:r>
                      <a:r>
                        <a:rPr lang="en-US" sz="2000" baseline="0" dirty="0"/>
                        <a:t> Trans. ID:</a:t>
                      </a:r>
                    </a:p>
                    <a:p>
                      <a:pPr algn="ctr"/>
                      <a:r>
                        <a:rPr lang="en-US" sz="2000" baseline="0" dirty="0">
                          <a:hlinkClick r:id="rId3"/>
                        </a:rPr>
                        <a:t>0f07ec1c3738873cd6336f0e2c92094bf08d0ad3bce8aba0efa2eb9d172fd60c</a:t>
                      </a:r>
                      <a:r>
                        <a:rPr lang="en-US" sz="2000" baseline="0" dirty="0"/>
                        <a:t> </a:t>
                      </a:r>
                    </a:p>
                    <a:p>
                      <a:pPr algn="ctr"/>
                      <a:r>
                        <a:rPr lang="en-US" sz="2000" baseline="0" dirty="0"/>
                        <a:t>Index: 0</a:t>
                      </a:r>
                    </a:p>
                    <a:p>
                      <a:pPr algn="l"/>
                      <a:r>
                        <a:rPr lang="en-US" sz="2000" baseline="0" dirty="0" err="1"/>
                        <a:t>ScriptSig</a:t>
                      </a:r>
                      <a:endParaRPr lang="en-US" sz="2000" baseline="0" dirty="0"/>
                    </a:p>
                    <a:p>
                      <a:pPr algn="l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30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45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02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2100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8a09e17ddf7f3e7d1d6e18b3b42f9e445c8c6f5f2e93f993b6f6b9c5b1f3a2d702202f7d8b03c2f1763e8c5ff0b8a0b6c80b7d41d6e2a2b9df62d4a056c6bb6f23ef01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(Signature)</a:t>
                      </a:r>
                    </a:p>
                    <a:p>
                      <a:pPr algn="l"/>
                      <a:endParaRPr lang="en-US" sz="1100" dirty="0"/>
                    </a:p>
                    <a:p>
                      <a:pPr algn="l"/>
                      <a:r>
                        <a:rPr lang="en-US" sz="1200" dirty="0"/>
                        <a:t>026a7cd9a8f65b260bd459d8c1e823110a699391cbaabb6a4304a5e680b2ab2cf8 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(Public Key)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2fa9c4b9585b74fd5fd8c92fd4e32824b531e515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1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0.01094000 BTC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9772ba84d827ac93d719a2a40f3f5dcb8963b8ad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899869" y="5719747"/>
            <a:ext cx="8737562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strike="dblStrike" dirty="0">
                <a:solidFill>
                  <a:srgbClr val="0070C0"/>
                </a:solidFill>
              </a:rPr>
              <a:t>7cc90809ea6c90899086ed8607eea8dcc1bbe2ee3fbaa662f3f597888575c4c9</a:t>
            </a:r>
            <a:r>
              <a:rPr lang="en-US" dirty="0">
                <a:hlinkClick r:id="rId4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3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Transaction (legacy)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13</a:t>
            </a:fld>
            <a:endParaRPr lang="aa-ET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99868" y="1132782"/>
          <a:ext cx="8714644" cy="4526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732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435732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41235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INPUT</a:t>
                      </a:r>
                    </a:p>
                    <a:p>
                      <a:pPr algn="ctr"/>
                      <a:endParaRPr lang="en-US" sz="2000" dirty="0"/>
                    </a:p>
                    <a:p>
                      <a:pPr algn="ctr"/>
                      <a:r>
                        <a:rPr lang="en-US" sz="2000" dirty="0"/>
                        <a:t>Prev.</a:t>
                      </a:r>
                      <a:r>
                        <a:rPr lang="en-US" sz="2000" baseline="0" dirty="0"/>
                        <a:t> Trans. ID:</a:t>
                      </a:r>
                    </a:p>
                    <a:p>
                      <a:pPr algn="ctr"/>
                      <a:r>
                        <a:rPr lang="en-US" sz="2000" baseline="0" dirty="0">
                          <a:hlinkClick r:id="rId2"/>
                        </a:rPr>
                        <a:t>0f07ec1c3738873cd6336f0e2c92094bf08d0ad3bce8aba0efa2eb9d172fd60c</a:t>
                      </a:r>
                      <a:r>
                        <a:rPr lang="en-US" sz="2000" baseline="0" dirty="0"/>
                        <a:t> </a:t>
                      </a:r>
                    </a:p>
                    <a:p>
                      <a:pPr algn="ctr"/>
                      <a:r>
                        <a:rPr lang="en-US" sz="2000" baseline="0" dirty="0"/>
                        <a:t>Index: 0</a:t>
                      </a:r>
                    </a:p>
                    <a:p>
                      <a:pPr algn="l"/>
                      <a:r>
                        <a:rPr lang="en-US" sz="2000" baseline="0" dirty="0" err="1"/>
                        <a:t>ScriptSig</a:t>
                      </a:r>
                      <a:endParaRPr lang="en-US" sz="2000" baseline="0" dirty="0"/>
                    </a:p>
                    <a:p>
                      <a:pPr algn="l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30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45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02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2100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8a09e17ddf7f3e7d1d6e18b3b42f9e445c8c6f5f2e93f993b6f6b9c5b1f3a2d702202f7d8b03c2f1763e8c5ff0b8a0b6c80b7d41d6e2a2b9df62d4a056c6bb6f23ef01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(Signature)</a:t>
                      </a:r>
                    </a:p>
                    <a:p>
                      <a:pPr algn="l"/>
                      <a:endParaRPr lang="en-US" sz="1100" dirty="0"/>
                    </a:p>
                    <a:p>
                      <a:pPr algn="l"/>
                      <a:r>
                        <a:rPr lang="en-US" sz="1200" dirty="0"/>
                        <a:t>026a7cd9a8f65b260bd459d8c1e823110a699391cbaabb6a4304a5e680b2ab2cf8 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(Public Key)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2fa9c4b9585b74fd5fd8c92fd4e32824b531e515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1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0.01094000 BTC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9772ba84d827ac93d719a2a40f3f5dcb8963b8ad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899869" y="5622089"/>
            <a:ext cx="873756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ID: </a:t>
            </a:r>
            <a:r>
              <a:rPr lang="en-US" strike="dblStrike" dirty="0">
                <a:solidFill>
                  <a:srgbClr val="0070C0"/>
                </a:solidFill>
              </a:rPr>
              <a:t>7cc90809ea6c90899086ed8607eea8dcc1bbe2ee3fbaa662f3f597888575c4c9</a:t>
            </a:r>
            <a:br>
              <a:rPr lang="en-US" strike="dblStrike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7b9ab087c86818551aa77f59bb2c35bd774abed7fcb19c7e840b502b2604271c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hlinkClick r:id="rId3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30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BE6A-4EB8-B2B1-19D9-3B6B50062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Bitcoin Transaction (legacy)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1D6D5A-F9C8-074E-8BFE-E4375C79F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Transaction malleability</a:t>
                </a:r>
              </a:p>
              <a:p>
                <a:r>
                  <a:rPr lang="en-US" dirty="0"/>
                  <a:t>A transaction’s ID (</a:t>
                </a:r>
                <a:r>
                  <a:rPr lang="en-US" b="1" dirty="0" err="1"/>
                  <a:t>txid</a:t>
                </a:r>
                <a:r>
                  <a:rPr lang="en-US" dirty="0"/>
                  <a:t>) can be changed </a:t>
                </a:r>
                <a:r>
                  <a:rPr lang="en-US" i="1" dirty="0"/>
                  <a:t>without altering its actual effect</a:t>
                </a:r>
                <a:r>
                  <a:rPr lang="en-US" dirty="0"/>
                  <a:t> on the </a:t>
                </a:r>
                <a:r>
                  <a:rPr lang="en-US" dirty="0" err="1"/>
                  <a:t>blockchain</a:t>
                </a:r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dirty="0" err="1"/>
                  <a:t>txid</a:t>
                </a:r>
                <a:r>
                  <a:rPr lang="en-US" dirty="0"/>
                  <a:t> is computed as the </a:t>
                </a:r>
                <a:r>
                  <a:rPr lang="en-US" b="1" dirty="0"/>
                  <a:t>hash of the serialized transaction</a:t>
                </a:r>
              </a:p>
              <a:p>
                <a:pPr lvl="1"/>
                <a:r>
                  <a:rPr lang="en-US" dirty="0"/>
                  <a:t>In legacy Bitcoin, this serialization included the </a:t>
                </a:r>
                <a:r>
                  <a:rPr lang="en-US" b="1" dirty="0"/>
                  <a:t>signatures</a:t>
                </a:r>
                <a:r>
                  <a:rPr lang="en-US" dirty="0"/>
                  <a:t> inside the </a:t>
                </a:r>
                <a:r>
                  <a:rPr lang="en-US" dirty="0" err="1"/>
                  <a:t>scriptSig</a:t>
                </a:r>
                <a:endParaRPr lang="en-US" dirty="0"/>
              </a:p>
              <a:p>
                <a:pPr lvl="1"/>
                <a:r>
                  <a:rPr lang="en-US" b="1" dirty="0"/>
                  <a:t>Problem:</a:t>
                </a:r>
                <a:r>
                  <a:rPr lang="en-US" dirty="0"/>
                  <a:t> ECDSA signatures allow multiple valid DER encodings (e.g., adding/removing leading zeros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Both encodings are valid but produce different </a:t>
                </a:r>
                <a:r>
                  <a:rPr lang="en-US" b="1" dirty="0" err="1"/>
                  <a:t>txids</a:t>
                </a:r>
                <a:endParaRPr lang="en-US" b="1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An attacker can slightly modify the signature’s byte format, changing the </a:t>
                </a:r>
                <a:r>
                  <a:rPr lang="en-US" dirty="0" err="1">
                    <a:solidFill>
                      <a:srgbClr val="FF0000"/>
                    </a:solidFill>
                  </a:rPr>
                  <a:t>txid</a:t>
                </a:r>
                <a:r>
                  <a:rPr lang="en-US" dirty="0">
                    <a:solidFill>
                      <a:srgbClr val="FF0000"/>
                    </a:solidFill>
                  </a:rPr>
                  <a:t> — even though the transaction still spends the same inputs and creates the same outputs</a:t>
                </a:r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1D6D5A-F9C8-074E-8BFE-E4375C79F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DF196-D9AA-D920-EA60-AB913C095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14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84741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Transaction Malleability is an issue?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Unreliable Transaction IDs</a:t>
            </a:r>
          </a:p>
          <a:p>
            <a:pPr lvl="1"/>
            <a:r>
              <a:rPr lang="en-US" dirty="0"/>
              <a:t>Wallets track transactions by </a:t>
            </a:r>
            <a:r>
              <a:rPr lang="en-US" dirty="0" err="1"/>
              <a:t>txid</a:t>
            </a:r>
            <a:endParaRPr lang="en-US" dirty="0"/>
          </a:p>
          <a:p>
            <a:pPr lvl="1"/>
            <a:r>
              <a:rPr lang="en-US" dirty="0"/>
              <a:t>If the </a:t>
            </a:r>
            <a:r>
              <a:rPr lang="en-US" dirty="0" err="1"/>
              <a:t>txid</a:t>
            </a:r>
            <a:r>
              <a:rPr lang="en-US" dirty="0"/>
              <a:t> can be changed, wallets may not recognize that a confirmed transaction is the same one they sent</a:t>
            </a:r>
            <a:endParaRPr lang="en-US" dirty="0">
              <a:hlinkClick r:id="rId2"/>
            </a:endParaRPr>
          </a:p>
          <a:p>
            <a:r>
              <a:rPr lang="en-US" dirty="0"/>
              <a:t>Double-Spend Risks</a:t>
            </a:r>
          </a:p>
          <a:p>
            <a:pPr lvl="1"/>
            <a:r>
              <a:rPr lang="en-US" dirty="0"/>
              <a:t>Attackers can alter a pending transaction’s signature, rebroadcast it, and miners might confirm the modified version instead of the original</a:t>
            </a:r>
          </a:p>
          <a:p>
            <a:r>
              <a:rPr lang="en-US" dirty="0"/>
              <a:t>Network Confusion</a:t>
            </a:r>
          </a:p>
          <a:p>
            <a:pPr lvl="1"/>
            <a:r>
              <a:rPr lang="en-US" dirty="0"/>
              <a:t>Nodes and users may see multiple versions of the same transaction with different IDs, creating uncertainty until one is mined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15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23921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Transaction Malleability is an issue?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Breaks Layer-2 Protocols</a:t>
            </a:r>
          </a:p>
          <a:p>
            <a:pPr lvl="1"/>
            <a:r>
              <a:rPr lang="en-US" dirty="0"/>
              <a:t>Off-chain protocols (e.g., early payment channels, Lightning prototypes) depend on knowing exact </a:t>
            </a:r>
            <a:r>
              <a:rPr lang="en-US" dirty="0" err="1"/>
              <a:t>txids</a:t>
            </a:r>
            <a:endParaRPr lang="en-US" dirty="0"/>
          </a:p>
          <a:p>
            <a:pPr lvl="1"/>
            <a:r>
              <a:rPr lang="en-US" dirty="0"/>
              <a:t>Malleability makes it impossible to pre-build transactions that rely on previous </a:t>
            </a:r>
            <a:r>
              <a:rPr lang="en-US" dirty="0" err="1"/>
              <a:t>txids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16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602319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prevent transaction malleability?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scriptSig</a:t>
            </a:r>
            <a:r>
              <a:rPr lang="en-US" dirty="0"/>
              <a:t>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&lt;ECDSA signature, Public key&gt; </a:t>
            </a:r>
            <a:r>
              <a:rPr lang="en-US" dirty="0"/>
              <a:t>acts as a witness proving that:</a:t>
            </a:r>
          </a:p>
          <a:p>
            <a:pPr lvl="1"/>
            <a:r>
              <a:rPr lang="en-US" dirty="0"/>
              <a:t>The payer has authorized this transaction </a:t>
            </a:r>
          </a:p>
          <a:p>
            <a:pPr lvl="1"/>
            <a:r>
              <a:rPr lang="en-US" dirty="0"/>
              <a:t>The payer can unlock the unspent output of previous transaction</a:t>
            </a:r>
          </a:p>
          <a:p>
            <a:r>
              <a:rPr lang="en-US" dirty="0"/>
              <a:t>To prevent transaction malleability, we need to segregate this witness from the transaction input</a:t>
            </a:r>
          </a:p>
          <a:p>
            <a:pPr lvl="1"/>
            <a:r>
              <a:rPr lang="en-US" dirty="0"/>
              <a:t>Segregated Witness (</a:t>
            </a:r>
            <a:r>
              <a:rPr lang="en-US" dirty="0" err="1"/>
              <a:t>SegWit</a:t>
            </a:r>
            <a:r>
              <a:rPr lang="en-US" dirty="0"/>
              <a:t>) transaction</a:t>
            </a:r>
          </a:p>
          <a:p>
            <a:pPr lvl="1"/>
            <a:r>
              <a:rPr lang="en-US" dirty="0" err="1"/>
              <a:t>Txid</a:t>
            </a:r>
            <a:r>
              <a:rPr lang="en-US" dirty="0"/>
              <a:t> is not created using </a:t>
            </a:r>
            <a:r>
              <a:rPr lang="en-US" dirty="0" err="1"/>
              <a:t>scriptSig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17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0343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– legacy vs. </a:t>
            </a:r>
            <a:r>
              <a:rPr lang="en-US" dirty="0" err="1"/>
              <a:t>SegWit</a:t>
            </a:r>
            <a:r>
              <a:rPr lang="en-US" dirty="0"/>
              <a:t> Transactions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18</a:t>
            </a:fld>
            <a:endParaRPr lang="aa-ET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3" r="73628" b="69653"/>
          <a:stretch/>
        </p:blipFill>
        <p:spPr bwMode="auto">
          <a:xfrm>
            <a:off x="1776245" y="1495317"/>
            <a:ext cx="2562172" cy="36133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57" t="2990" r="35804" b="57642"/>
          <a:stretch/>
        </p:blipFill>
        <p:spPr bwMode="auto">
          <a:xfrm>
            <a:off x="7347468" y="1495317"/>
            <a:ext cx="2461811" cy="509973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993248" y="1151067"/>
            <a:ext cx="2280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Legacy – P2PKH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282921" y="1131339"/>
            <a:ext cx="2753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SegWit</a:t>
            </a:r>
            <a:r>
              <a:rPr lang="en-US" sz="2400" b="1" dirty="0"/>
              <a:t> – P2WPKH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4761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SegWit</a:t>
            </a:r>
            <a:r>
              <a:rPr lang="en-US" dirty="0"/>
              <a:t> Transaction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0" y="1144571"/>
            <a:ext cx="3709180" cy="48279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Pay to Witness Public Key Hash (P2WPKH)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19</a:t>
            </a:fld>
            <a:endParaRPr lang="aa-ET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57" t="2990" r="35804" b="57642"/>
          <a:stretch/>
        </p:blipFill>
        <p:spPr bwMode="auto">
          <a:xfrm>
            <a:off x="9375368" y="1480389"/>
            <a:ext cx="2461811" cy="509973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9564" y="1171647"/>
                <a:ext cx="8837718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</a:rPr>
                  <a:t>Version:</a:t>
                </a:r>
                <a:r>
                  <a:rPr lang="en-US" sz="1800" dirty="0"/>
                  <a:t>		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01000000</a:t>
                </a:r>
                <a:r>
                  <a:rPr lang="en-US" sz="1800" dirty="0"/>
                  <a:t>                                  --- Big Endian encoding</a:t>
                </a:r>
              </a:p>
              <a:p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</a:rPr>
                  <a:t>Marker:</a:t>
                </a:r>
                <a:r>
                  <a:rPr lang="en-US" sz="1800" dirty="0"/>
                  <a:t>		            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00</a:t>
                </a:r>
              </a:p>
              <a:p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</a:rPr>
                  <a:t>Flag:</a:t>
                </a:r>
                <a:r>
                  <a:rPr lang="en-US" sz="1800" dirty="0"/>
                  <a:t>		            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01</a:t>
                </a:r>
              </a:p>
              <a:p>
                <a:r>
                  <a:rPr lang="en-US" sz="1800" dirty="0" err="1">
                    <a:solidFill>
                      <a:schemeClr val="accent2">
                        <a:lumMod val="75000"/>
                      </a:schemeClr>
                    </a:solidFill>
                  </a:rPr>
                  <a:t>TxInCount</a:t>
                </a:r>
                <a: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</a:rPr>
                  <a:t>:</a:t>
                </a:r>
                <a:r>
                  <a:rPr lang="en-US" sz="1800" dirty="0"/>
                  <a:t>	            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01                                   </a:t>
                </a:r>
                <a:r>
                  <a:rPr lang="en-US" sz="1800" dirty="0"/>
                  <a:t>--1 input</a:t>
                </a:r>
              </a:p>
              <a:p>
                <a:endParaRPr lang="en-US" sz="9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sz="1800" dirty="0" err="1">
                    <a:solidFill>
                      <a:srgbClr val="FF0000"/>
                    </a:solidFill>
                  </a:rPr>
                  <a:t>Prev</a:t>
                </a:r>
                <a:r>
                  <a:rPr lang="en-US" sz="1800" dirty="0">
                    <a:solidFill>
                      <a:srgbClr val="FF0000"/>
                    </a:solidFill>
                  </a:rPr>
                  <a:t> TXID:              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7cc90809ea6…2f3f597888575c4c9</a:t>
                </a:r>
              </a:p>
              <a:p>
                <a:r>
                  <a:rPr lang="en-US" sz="1800" dirty="0" err="1">
                    <a:solidFill>
                      <a:srgbClr val="FF0000"/>
                    </a:solidFill>
                  </a:rPr>
                  <a:t>Vout</a:t>
                </a:r>
                <a:r>
                  <a:rPr lang="en-US" sz="1800" dirty="0">
                    <a:solidFill>
                      <a:srgbClr val="FF0000"/>
                    </a:solidFill>
                  </a:rPr>
                  <a:t> index:            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00000000</a:t>
                </a:r>
              </a:p>
              <a:p>
                <a:r>
                  <a:rPr lang="en-US" sz="1800" dirty="0" err="1">
                    <a:solidFill>
                      <a:srgbClr val="FF0000"/>
                    </a:solidFill>
                  </a:rPr>
                  <a:t>scriptSig</a:t>
                </a:r>
                <a:r>
                  <a:rPr lang="en-US" sz="1800" dirty="0">
                    <a:solidFill>
                      <a:srgbClr val="FF0000"/>
                    </a:solidFill>
                  </a:rPr>
                  <a:t> length:    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00</a:t>
                </a:r>
              </a:p>
              <a:p>
                <a:r>
                  <a:rPr lang="en-US" sz="1800" dirty="0" err="1">
                    <a:solidFill>
                      <a:srgbClr val="FF0000"/>
                    </a:solidFill>
                  </a:rPr>
                  <a:t>scriptSig</a:t>
                </a:r>
                <a:r>
                  <a:rPr lang="en-US" sz="1800" dirty="0">
                    <a:solidFill>
                      <a:srgbClr val="FF0000"/>
                    </a:solidFill>
                  </a:rPr>
                  <a:t>:                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“”                                                </a:t>
                </a:r>
                <a:r>
                  <a:rPr lang="en-US" sz="1800" dirty="0"/>
                  <a:t>--1 empty</a:t>
                </a:r>
                <a:endParaRPr lang="en-US" sz="18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Sequence:               </a:t>
                </a:r>
                <a:r>
                  <a:rPr lang="en-US" sz="1800" dirty="0" err="1">
                    <a:solidFill>
                      <a:schemeClr val="accent6">
                        <a:lumMod val="75000"/>
                      </a:schemeClr>
                    </a:solidFill>
                  </a:rPr>
                  <a:t>ffffffff</a:t>
                </a:r>
                <a:endParaRPr lang="en-US" sz="18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US" sz="900" dirty="0"/>
              </a:p>
              <a:p>
                <a:r>
                  <a:rPr lang="en-US" sz="1800" dirty="0" err="1">
                    <a:solidFill>
                      <a:srgbClr val="0070C0"/>
                    </a:solidFill>
                  </a:rPr>
                  <a:t>TxOutCount</a:t>
                </a:r>
                <a:r>
                  <a:rPr lang="en-US" sz="1800" dirty="0">
                    <a:solidFill>
                      <a:srgbClr val="0070C0"/>
                    </a:solidFill>
                  </a:rPr>
                  <a:t>:	</a:t>
                </a:r>
                <a:r>
                  <a:rPr lang="en-US" sz="1800" dirty="0"/>
                  <a:t>      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01                                        </a:t>
                </a:r>
                <a:r>
                  <a:rPr lang="en-US" sz="1800" dirty="0"/>
                  <a:t>--1 output</a:t>
                </a:r>
              </a:p>
              <a:p>
                <a:r>
                  <a:rPr lang="en-US" sz="1800" dirty="0">
                    <a:solidFill>
                      <a:srgbClr val="0070C0"/>
                    </a:solidFill>
                  </a:rPr>
                  <a:t>Value:	             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 0000000000809698                </a:t>
                </a:r>
                <a:r>
                  <a:rPr lang="en-US" sz="1800" dirty="0"/>
                  <a:t>-- 0.1 BTC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sz="1800" dirty="0" err="1"/>
                  <a:t>satoshis</a:t>
                </a:r>
                <a:r>
                  <a:rPr lang="en-US" sz="1800" dirty="0"/>
                  <a:t>)</a:t>
                </a:r>
              </a:p>
              <a:p>
                <a:r>
                  <a:rPr lang="en-US" sz="1800" dirty="0" err="1">
                    <a:solidFill>
                      <a:srgbClr val="0070C0"/>
                    </a:solidFill>
                  </a:rPr>
                  <a:t>ScriptPubKey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:r>
                  <a:rPr lang="en-US" sz="1800" dirty="0" err="1">
                    <a:solidFill>
                      <a:srgbClr val="0070C0"/>
                    </a:solidFill>
                  </a:rPr>
                  <a:t>len</a:t>
                </a:r>
                <a:r>
                  <a:rPr lang="en-US" sz="1800" dirty="0">
                    <a:solidFill>
                      <a:srgbClr val="0070C0"/>
                    </a:solidFill>
                  </a:rPr>
                  <a:t>: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16                                               </a:t>
                </a:r>
                <a:r>
                  <a:rPr lang="en-US" sz="1800" dirty="0"/>
                  <a:t>-- 22 bytes</a:t>
                </a:r>
              </a:p>
              <a:p>
                <a:r>
                  <a:rPr lang="en-US" sz="1800" dirty="0" err="1">
                    <a:solidFill>
                      <a:srgbClr val="0070C0"/>
                    </a:solidFill>
                  </a:rPr>
                  <a:t>ScriptPubKey</a:t>
                </a:r>
                <a:r>
                  <a:rPr lang="en-US" sz="1800" dirty="0">
                    <a:solidFill>
                      <a:srgbClr val="0070C0"/>
                    </a:solidFill>
                  </a:rPr>
                  <a:t>:      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00  14  2fa9c4b9585b74fd5fd8c92fd4e32824b531e515</a:t>
                </a:r>
              </a:p>
              <a:p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                            </a:t>
                </a:r>
                <a:r>
                  <a:rPr lang="en-US" sz="1800" dirty="0"/>
                  <a:t>&lt;</a:t>
                </a:r>
                <a:r>
                  <a:rPr lang="en-US" sz="1800" dirty="0" err="1"/>
                  <a:t>Segwit</a:t>
                </a:r>
                <a:r>
                  <a:rPr lang="en-US" sz="1800" dirty="0"/>
                  <a:t> Version 0&gt;  &lt;length of witness program&gt; &lt;20 byte </a:t>
                </a:r>
                <a:r>
                  <a:rPr lang="en-US" sz="1800" dirty="0" err="1"/>
                  <a:t>pubkeyHash</a:t>
                </a:r>
                <a:r>
                  <a:rPr lang="en-US" sz="1800" dirty="0"/>
                  <a:t>&gt;</a:t>
                </a:r>
              </a:p>
              <a:p>
                <a:r>
                  <a:rPr lang="en-US" sz="1800" dirty="0">
                    <a:solidFill>
                      <a:schemeClr val="accent4">
                        <a:lumMod val="50000"/>
                      </a:schemeClr>
                    </a:solidFill>
                  </a:rPr>
                  <a:t>Witness for each input</a:t>
                </a:r>
              </a:p>
              <a:p>
                <a:r>
                  <a:rPr lang="en-US" sz="1800" dirty="0">
                    <a:solidFill>
                      <a:schemeClr val="accent4">
                        <a:lumMod val="50000"/>
                      </a:schemeClr>
                    </a:solidFill>
                  </a:rPr>
                  <a:t>Count:                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02</a:t>
                </a:r>
                <a:r>
                  <a:rPr lang="en-US" sz="1800" dirty="0">
                    <a:solidFill>
                      <a:schemeClr val="accent4">
                        <a:lumMod val="50000"/>
                      </a:schemeClr>
                    </a:solidFill>
                  </a:rPr>
                  <a:t>                                                  </a:t>
                </a:r>
                <a:r>
                  <a:rPr lang="en-US" sz="1800" dirty="0"/>
                  <a:t>--No. of items in witness stack</a:t>
                </a:r>
              </a:p>
              <a:p>
                <a:r>
                  <a:rPr lang="en-US" sz="1800" dirty="0">
                    <a:solidFill>
                      <a:schemeClr val="accent4">
                        <a:lumMod val="50000"/>
                      </a:schemeClr>
                    </a:solidFill>
                  </a:rPr>
                  <a:t>Signature:         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30450221008a09e17ddf7f3e7d134567890099fe42….ef01</a:t>
                </a:r>
              </a:p>
              <a:p>
                <a:r>
                  <a:rPr lang="en-US" sz="1800" dirty="0">
                    <a:solidFill>
                      <a:schemeClr val="accent4">
                        <a:lumMod val="50000"/>
                      </a:schemeClr>
                    </a:solidFill>
                  </a:rPr>
                  <a:t>Public Key: 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026a7cd9a8f65b260bd459d8c1e823110a699391cbaabb6a4304a5e680b2ab2cf8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64" y="1171647"/>
                <a:ext cx="8837718" cy="5355312"/>
              </a:xfrm>
              <a:prstGeom prst="rect">
                <a:avLst/>
              </a:prstGeom>
              <a:blipFill>
                <a:blip r:embed="rId3"/>
                <a:stretch>
                  <a:fillRect l="-552" t="-569" b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869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SegWit</a:t>
            </a:r>
            <a:r>
              <a:rPr lang="en-US" dirty="0"/>
              <a:t> Transaction – P2WPKH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20</a:t>
            </a:fld>
            <a:endParaRPr lang="aa-ET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699301"/>
              </p:ext>
            </p:extLst>
          </p:nvPr>
        </p:nvGraphicFramePr>
        <p:xfrm>
          <a:off x="641837" y="1141574"/>
          <a:ext cx="11060724" cy="5037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036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553036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30259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INPUT</a:t>
                      </a:r>
                    </a:p>
                    <a:p>
                      <a:pPr algn="ctr"/>
                      <a:endParaRPr lang="en-US" sz="700" dirty="0"/>
                    </a:p>
                    <a:p>
                      <a:pPr algn="ctr"/>
                      <a:r>
                        <a:rPr lang="en-US" sz="1800" dirty="0"/>
                        <a:t>Prev.</a:t>
                      </a:r>
                      <a:r>
                        <a:rPr lang="en-US" sz="1800" baseline="0" dirty="0"/>
                        <a:t> Trans. ID:</a:t>
                      </a:r>
                    </a:p>
                    <a:p>
                      <a:pPr algn="ctr"/>
                      <a:r>
                        <a:rPr lang="en-US" sz="1800" baseline="0" dirty="0">
                          <a:hlinkClick r:id="rId2"/>
                        </a:rPr>
                        <a:t>0f07ec1c3738873cd6336f0e2c92094bf08d0ad3bce8aba0efa2eb9d172fd60c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Index: 0</a:t>
                      </a:r>
                    </a:p>
                    <a:p>
                      <a:pPr algn="l"/>
                      <a:r>
                        <a:rPr lang="en-US" sz="1800" baseline="0" dirty="0" err="1"/>
                        <a:t>ScriptSig</a:t>
                      </a:r>
                      <a:r>
                        <a:rPr lang="en-US" sz="1800" baseline="0" dirty="0"/>
                        <a:t>  </a:t>
                      </a:r>
                      <a:r>
                        <a:rPr lang="en-US" sz="1100" dirty="0">
                          <a:solidFill>
                            <a:srgbClr val="0070C0"/>
                          </a:solidFill>
                        </a:rPr>
                        <a:t>“”</a:t>
                      </a:r>
                      <a:endParaRPr lang="en-US" sz="11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1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00  14  2fa9c4b9585b74fd5fd8c92fd4e32824b531e515</a:t>
                      </a:r>
                    </a:p>
                    <a:p>
                      <a:pPr marL="0" algn="l" defTabSz="685783" rtl="0" eaLnBrk="1" latinLnBrk="0" hangingPunct="1"/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685783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1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0.01094000 BTC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00 14 92fd4e32824b531e5152fa9c4b9585b74fd5fd8c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  <a:tr h="101903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Witness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Signature:  </a:t>
                      </a:r>
                      <a:r>
                        <a:rPr lang="en-US" sz="18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        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304402208a09e17ddf7f3e7d1d6e18b3b42f9e445c8c6f5f2e93f993b6f6b9c5b1f3a2d702202f7d8b03c2f1763e8c5ff0b8a0b6c80b7d41d6e2a2b9df62d4a056c6bb6f23ef01</a:t>
                      </a:r>
                    </a:p>
                    <a:p>
                      <a:endParaRPr 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Public Key: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 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026a7cd9a8f65b260bd459d8c1e823110a699391cbaabb6a4304a5e680b2ab2cf8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28229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42210" y="5445956"/>
            <a:ext cx="1289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Alia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3339" y="1863610"/>
            <a:ext cx="1289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CC"/>
                </a:solidFill>
              </a:rPr>
              <a:t>Babar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0762" y="3198739"/>
            <a:ext cx="1289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CC"/>
                </a:solidFill>
              </a:rPr>
              <a:t>Alia</a:t>
            </a:r>
          </a:p>
        </p:txBody>
      </p:sp>
    </p:spTree>
    <p:extLst>
      <p:ext uri="{BB962C8B-B14F-4D97-AF65-F5344CB8AC3E}">
        <p14:creationId xmlns:p14="http://schemas.microsoft.com/office/powerpoint/2010/main" val="125784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SegWit</a:t>
            </a:r>
            <a:r>
              <a:rPr lang="en-US" dirty="0"/>
              <a:t> Transaction – P2WPKH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21</a:t>
            </a:fld>
            <a:endParaRPr lang="aa-ET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963574"/>
              </p:ext>
            </p:extLst>
          </p:nvPr>
        </p:nvGraphicFramePr>
        <p:xfrm>
          <a:off x="641837" y="1141574"/>
          <a:ext cx="11060724" cy="5037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036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553036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30259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INPUT</a:t>
                      </a:r>
                    </a:p>
                    <a:p>
                      <a:pPr algn="ctr"/>
                      <a:endParaRPr lang="en-US" sz="700" dirty="0"/>
                    </a:p>
                    <a:p>
                      <a:pPr algn="ctr"/>
                      <a:r>
                        <a:rPr lang="en-US" sz="1800" dirty="0"/>
                        <a:t>Prev.</a:t>
                      </a:r>
                      <a:r>
                        <a:rPr lang="en-US" sz="1800" baseline="0" dirty="0"/>
                        <a:t> Trans. ID:</a:t>
                      </a:r>
                    </a:p>
                    <a:p>
                      <a:pPr algn="ctr"/>
                      <a:r>
                        <a:rPr lang="en-US" sz="1800" baseline="0" dirty="0">
                          <a:hlinkClick r:id="rId2"/>
                        </a:rPr>
                        <a:t>0f07ec1c3738873cd6336f0e2c92094bf08d0ad3bce8aba0efa2eb9d172fd60c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Index: 0</a:t>
                      </a:r>
                    </a:p>
                    <a:p>
                      <a:pPr algn="l"/>
                      <a:r>
                        <a:rPr lang="en-US" sz="1800" baseline="0" dirty="0" err="1"/>
                        <a:t>ScriptSig</a:t>
                      </a:r>
                      <a:r>
                        <a:rPr lang="en-US" sz="1800" baseline="0" dirty="0"/>
                        <a:t>  </a:t>
                      </a:r>
                      <a:r>
                        <a:rPr lang="en-US" sz="1100" dirty="0">
                          <a:solidFill>
                            <a:srgbClr val="0070C0"/>
                          </a:solidFill>
                        </a:rPr>
                        <a:t>“”</a:t>
                      </a:r>
                      <a:endParaRPr 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00  14  2fa9c4b9585b74fd5fd8c92fd4e32824b531e515</a:t>
                      </a:r>
                    </a:p>
                    <a:p>
                      <a:pPr marL="0" algn="l" defTabSz="685783" rtl="0" eaLnBrk="1" latinLnBrk="0" hangingPunct="1"/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685783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1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0.01094000 BTC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00 14 92fd4e32824b531e5152fa9c4b9585b74fd5fd8c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  <a:tr h="101903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Witness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Signature:  </a:t>
                      </a:r>
                      <a:r>
                        <a:rPr lang="en-US" sz="18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        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304402208a09e17ddf7f3e7d1d6e18b3b42f9e445c8c6f5f2e93f993b6f6b9c5b1f3a2d702202f7d8b03c2f1763e8c5ff0b8a0b6c80b7d41d6e2a2b9df62d4a056c6bb6f23ef01</a:t>
                      </a:r>
                    </a:p>
                    <a:p>
                      <a:endParaRPr 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Public Key:        </a:t>
                      </a:r>
                    </a:p>
                    <a:p>
                      <a:r>
                        <a:rPr lang="en-US" sz="18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026a7cd9a8f65b260bd459d8c1e823110a699391cbaabb6a4304a5e680b2ab2cf8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282298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6216162" y="1995854"/>
            <a:ext cx="5187461" cy="72096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227887" y="3291251"/>
            <a:ext cx="5187461" cy="72096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932984" y="1472634"/>
            <a:ext cx="2769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No OP Codes!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828" y="2873541"/>
            <a:ext cx="5360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Bitcoin internally expands the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scriptPubKey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of Prev. Trans. Output into the “virtual” 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380" y="3518312"/>
            <a:ext cx="5360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9900"/>
                </a:solidFill>
              </a:rPr>
              <a:t>OP_DUP   OP_HASH160    &lt;</a:t>
            </a:r>
            <a:r>
              <a:rPr lang="en-US" sz="2000" dirty="0" err="1">
                <a:solidFill>
                  <a:srgbClr val="FF9900"/>
                </a:solidFill>
              </a:rPr>
              <a:t>pubKeyHash</a:t>
            </a:r>
            <a:r>
              <a:rPr lang="en-US" sz="2000" dirty="0">
                <a:solidFill>
                  <a:srgbClr val="FF9900"/>
                </a:solidFill>
              </a:rPr>
              <a:t>&gt; OP_EQUALVERIFY     OP_CHECKSIG</a:t>
            </a:r>
          </a:p>
        </p:txBody>
      </p:sp>
    </p:spTree>
    <p:extLst>
      <p:ext uri="{BB962C8B-B14F-4D97-AF65-F5344CB8AC3E}">
        <p14:creationId xmlns:p14="http://schemas.microsoft.com/office/powerpoint/2010/main" val="302519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– P2WPKH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22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849492"/>
              </p:ext>
            </p:extLst>
          </p:nvPr>
        </p:nvGraphicFramePr>
        <p:xfrm>
          <a:off x="7627144" y="2273228"/>
          <a:ext cx="4119418" cy="384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7145" y="184604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4124" y="3772228"/>
            <a:ext cx="26331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SegWit</a:t>
            </a:r>
            <a:r>
              <a:rPr lang="en-US" sz="2000" dirty="0">
                <a:solidFill>
                  <a:srgbClr val="0070C0"/>
                </a:solidFill>
              </a:rPr>
              <a:t> transaction!</a:t>
            </a:r>
          </a:p>
          <a:p>
            <a:endParaRPr lang="en-US" sz="2000" dirty="0"/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Expand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ScriptPubKey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to virtual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scriptPubkey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for P2WPKH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BC99FB-9914-9A04-9FCB-FCADE5641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580772"/>
              </p:ext>
            </p:extLst>
          </p:nvPr>
        </p:nvGraphicFramePr>
        <p:xfrm>
          <a:off x="323006" y="1142821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ctr"/>
                      <a:r>
                        <a:rPr lang="en-US" sz="1800" b="0" baseline="0" dirty="0" err="1"/>
                        <a:t>ScriptSig</a:t>
                      </a:r>
                      <a:r>
                        <a:rPr lang="en-US" sz="1800" b="0" baseline="0" dirty="0"/>
                        <a:t>: “ ”</a:t>
                      </a:r>
                    </a:p>
                    <a:p>
                      <a:pPr algn="l"/>
                      <a:endParaRPr lang="en-US" sz="105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304402205e4a6ac74d35de1ffc1188f717273bada586b3de78f6844a548d548b0d27634c02207b127fa009b9d755b848772dcee21c4a05554501fd5e0d8a60ee8b9f9d13da7d01</a:t>
                      </a:r>
                      <a:r>
                        <a:rPr lang="en-US" sz="1400" dirty="0"/>
                        <a:t>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  <a:r>
                        <a:rPr lang="en-US" sz="1400" baseline="0" dirty="0"/>
                        <a:t>  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   14  076960c3d0cdf8076ecd0cc220022384475aff76e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13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– P2WPKH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23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894644"/>
              </p:ext>
            </p:extLst>
          </p:nvPr>
        </p:nvGraphicFramePr>
        <p:xfrm>
          <a:off x="323006" y="1142821"/>
          <a:ext cx="4431212" cy="521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ctr"/>
                      <a:r>
                        <a:rPr lang="en-US" sz="1800" b="0" baseline="0" dirty="0" err="1"/>
                        <a:t>ScriptSig</a:t>
                      </a:r>
                      <a:r>
                        <a:rPr lang="en-US" sz="1800" b="0" baseline="0" dirty="0"/>
                        <a:t>: “ ”</a:t>
                      </a:r>
                    </a:p>
                    <a:p>
                      <a:pPr algn="l"/>
                      <a:endParaRPr lang="en-US" sz="105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304402205e4a6ac74d35de1ffc1188f717273bada586b3de78f6844a548d548b0d27634c02207b127fa009b9d755b848772dcee21c4a05554501fd5e0d8a60ee8b9f9d13da7d01</a:t>
                      </a:r>
                      <a:r>
                        <a:rPr lang="en-US" sz="1400" dirty="0"/>
                        <a:t>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  <a:r>
                        <a:rPr lang="en-US" sz="1400" baseline="0" dirty="0"/>
                        <a:t>  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   14  076960c3d0cdf8076ecd0cc220022384475aff76e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Virtual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7144" y="2273228"/>
          <a:ext cx="4119418" cy="384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7145" y="184604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4124" y="3772228"/>
            <a:ext cx="26331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SegWit</a:t>
            </a:r>
            <a:r>
              <a:rPr lang="en-US" sz="2000" dirty="0">
                <a:solidFill>
                  <a:srgbClr val="0070C0"/>
                </a:solidFill>
              </a:rPr>
              <a:t> transaction!</a:t>
            </a:r>
          </a:p>
          <a:p>
            <a:endParaRPr lang="en-US" sz="2000" dirty="0"/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Expand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ScriptPubKey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to virtual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scriptPubkey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for P2WPKH </a:t>
            </a:r>
          </a:p>
        </p:txBody>
      </p:sp>
    </p:spTree>
    <p:extLst>
      <p:ext uri="{BB962C8B-B14F-4D97-AF65-F5344CB8AC3E}">
        <p14:creationId xmlns:p14="http://schemas.microsoft.com/office/powerpoint/2010/main" val="118947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 – P2WPKH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24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3006" y="1142821"/>
          <a:ext cx="4431212" cy="521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ctr"/>
                      <a:r>
                        <a:rPr lang="en-US" sz="1800" b="0" baseline="0" dirty="0" err="1"/>
                        <a:t>ScriptSig</a:t>
                      </a:r>
                      <a:r>
                        <a:rPr lang="en-US" sz="1800" b="0" baseline="0" dirty="0"/>
                        <a:t>: “ ”</a:t>
                      </a:r>
                    </a:p>
                    <a:p>
                      <a:pPr algn="l"/>
                      <a:endParaRPr lang="en-US" sz="105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304402205e4a6ac74d35de1ffc1188f717273bada586b3de78f6844a548d548b0d27634c02207b127fa009b9d755b848772dcee21c4a05554501fd5e0d8a60ee8b9f9d13da7d01</a:t>
                      </a:r>
                      <a:r>
                        <a:rPr lang="en-US" sz="1400" dirty="0"/>
                        <a:t>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  <a:r>
                        <a:rPr lang="en-US" sz="1400" baseline="0" dirty="0"/>
                        <a:t>  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   14  076960c3d0cdf8076ecd0cc220022384475aff76e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Virtual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7144" y="2273228"/>
          <a:ext cx="4119418" cy="384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7145" y="184604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4124" y="3772228"/>
            <a:ext cx="26331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Push witness items to stack</a:t>
            </a:r>
          </a:p>
        </p:txBody>
      </p:sp>
    </p:spTree>
    <p:extLst>
      <p:ext uri="{BB962C8B-B14F-4D97-AF65-F5344CB8AC3E}">
        <p14:creationId xmlns:p14="http://schemas.microsoft.com/office/powerpoint/2010/main" val="394154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 – P2WPKH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25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3006" y="1142821"/>
          <a:ext cx="4431212" cy="521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ctr"/>
                      <a:r>
                        <a:rPr lang="en-US" sz="1800" b="0" baseline="0" dirty="0" err="1"/>
                        <a:t>ScriptSig</a:t>
                      </a:r>
                      <a:r>
                        <a:rPr lang="en-US" sz="1800" b="0" baseline="0" dirty="0"/>
                        <a:t>: “ ”</a:t>
                      </a:r>
                    </a:p>
                    <a:p>
                      <a:pPr algn="l"/>
                      <a:endParaRPr lang="en-US" sz="105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304402205e4a6ac74d35de1ffc1188f717273bada586b3de78f6844a548d548b0d27634c02207b127fa009b9d755b848772dcee21c4a05554501fd5e0d8a60ee8b9f9d13da7d01</a:t>
                      </a:r>
                      <a:r>
                        <a:rPr lang="en-US" sz="1400" dirty="0"/>
                        <a:t>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  <a:r>
                        <a:rPr lang="en-US" sz="1400" baseline="0" dirty="0"/>
                        <a:t>  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   14  076960c3d0cdf8076ecd0cc220022384475aff76e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Virtual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724980"/>
              </p:ext>
            </p:extLst>
          </p:nvPr>
        </p:nvGraphicFramePr>
        <p:xfrm>
          <a:off x="7627144" y="2273228"/>
          <a:ext cx="4119418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026a7cd9a8f65b260bd459d8c1e823110a699391cbaabb6a4304a5e680b2ab2cf8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304402205e4a6ac74d35de1ffc1188f717273bada586b3de78f6844a548d548b0d27634c02207b127fa009b9d755b848772dcee21c4a05554501fd5e0d8a60ee8b9f9d13da7d01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7145" y="184604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4124" y="3772228"/>
            <a:ext cx="26331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Push witness items to stack</a:t>
            </a:r>
          </a:p>
        </p:txBody>
      </p:sp>
    </p:spTree>
    <p:extLst>
      <p:ext uri="{BB962C8B-B14F-4D97-AF65-F5344CB8AC3E}">
        <p14:creationId xmlns:p14="http://schemas.microsoft.com/office/powerpoint/2010/main" val="310279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– P2WPKH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26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3006" y="1142821"/>
          <a:ext cx="4431212" cy="521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ctr"/>
                      <a:r>
                        <a:rPr lang="en-US" sz="1800" b="0" baseline="0" dirty="0" err="1"/>
                        <a:t>ScriptSig</a:t>
                      </a:r>
                      <a:r>
                        <a:rPr lang="en-US" sz="1800" b="0" baseline="0" dirty="0"/>
                        <a:t>: “ ”</a:t>
                      </a:r>
                    </a:p>
                    <a:p>
                      <a:pPr algn="l"/>
                      <a:endParaRPr lang="en-US" sz="105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304402205e4a6ac74d35de1ffc1188f717273bada586b3de78f6844a548d548b0d27634c02207b127fa009b9d755b848772dcee21c4a05554501fd5e0d8a60ee8b9f9d13da7d01</a:t>
                      </a:r>
                      <a:r>
                        <a:rPr lang="en-US" sz="1400" dirty="0"/>
                        <a:t>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  <a:r>
                        <a:rPr lang="en-US" sz="1400" baseline="0" dirty="0"/>
                        <a:t>  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   14  076960c3d0cdf8076ecd0cc220022384475aff76e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Virtual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7144" y="2273228"/>
          <a:ext cx="4119418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026a7cd9a8f65b260bd459d8c1e823110a699391cbaabb6a4304a5e680b2ab2cf8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304402205e4a6ac74d35de1ffc1188f717273bada586b3de78f6844a548d548b0d27634c02207b127fa009b9d755b848772dcee21c4a05554501fd5e0d8a60ee8b9f9d13da7d01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7145" y="184604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4124" y="3772228"/>
            <a:ext cx="263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Execute OP Codes!</a:t>
            </a:r>
          </a:p>
        </p:txBody>
      </p:sp>
    </p:spTree>
    <p:extLst>
      <p:ext uri="{BB962C8B-B14F-4D97-AF65-F5344CB8AC3E}">
        <p14:creationId xmlns:p14="http://schemas.microsoft.com/office/powerpoint/2010/main" val="168113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 – P2WPKH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27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19602"/>
              </p:ext>
            </p:extLst>
          </p:nvPr>
        </p:nvGraphicFramePr>
        <p:xfrm>
          <a:off x="323006" y="1142821"/>
          <a:ext cx="4431212" cy="521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ctr"/>
                      <a:r>
                        <a:rPr lang="en-US" sz="1800" b="0" baseline="0" dirty="0" err="1"/>
                        <a:t>ScriptSig</a:t>
                      </a:r>
                      <a:r>
                        <a:rPr lang="en-US" sz="1800" b="0" baseline="0" dirty="0"/>
                        <a:t>: “ ”</a:t>
                      </a:r>
                    </a:p>
                    <a:p>
                      <a:pPr algn="l"/>
                      <a:endParaRPr lang="en-US" sz="105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304402205e4a6ac74d35de1ffc1188f717273bada586b3de78f6844a548d548b0d27634c02207b127fa009b9d755b848772dcee21c4a05554501fd5e0d8a60ee8b9f9d13da7d01</a:t>
                      </a:r>
                      <a:r>
                        <a:rPr lang="en-US" sz="1400" dirty="0"/>
                        <a:t>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  <a:r>
                        <a:rPr lang="en-US" sz="1400" baseline="0" dirty="0"/>
                        <a:t>  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   14  076960c3d0cdf8076ecd0cc220022384475aff76e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Virtual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001563"/>
              </p:ext>
            </p:extLst>
          </p:nvPr>
        </p:nvGraphicFramePr>
        <p:xfrm>
          <a:off x="7627144" y="2273228"/>
          <a:ext cx="4119418" cy="425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377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026a7cd9a8f65b260bd459d8c1e823110a699391cbaabb6a4304a5e680b2ab2cf8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026a7cd9a8f65b260bd459d8c1e823110a699391cbaabb6a4304a5e680b2ab2cf8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304402205e4a6ac74d35de1ffc1188f717273bada586b3de78f6844a548d548b0d27634c02207b127fa009b9d755b848772dcee21c4a05554501fd5e0d8a60ee8b9f9d13da7d01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7145" y="184604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767808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 – P2WPKH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28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332081"/>
              </p:ext>
            </p:extLst>
          </p:nvPr>
        </p:nvGraphicFramePr>
        <p:xfrm>
          <a:off x="323006" y="1142821"/>
          <a:ext cx="4431212" cy="521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ctr"/>
                      <a:r>
                        <a:rPr lang="en-US" sz="1800" b="0" baseline="0" dirty="0" err="1"/>
                        <a:t>ScriptSig</a:t>
                      </a:r>
                      <a:r>
                        <a:rPr lang="en-US" sz="1800" b="0" baseline="0" dirty="0"/>
                        <a:t>: “ ”</a:t>
                      </a:r>
                    </a:p>
                    <a:p>
                      <a:pPr algn="l"/>
                      <a:endParaRPr lang="en-US" sz="105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304402205e4a6ac74d35de1ffc1188f717273bada586b3de78f6844a548d548b0d27634c02207b127fa009b9d755b848772dcee21c4a05554501fd5e0d8a60ee8b9f9d13da7d01</a:t>
                      </a:r>
                      <a:r>
                        <a:rPr lang="en-US" sz="1400" dirty="0"/>
                        <a:t>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  <a:r>
                        <a:rPr lang="en-US" sz="1400" baseline="0" dirty="0"/>
                        <a:t>  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   14  076960c3d0cdf8076ecd0cc220022384475aff76e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Virtual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305460"/>
              </p:ext>
            </p:extLst>
          </p:nvPr>
        </p:nvGraphicFramePr>
        <p:xfrm>
          <a:off x="7627144" y="2273228"/>
          <a:ext cx="4119418" cy="425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377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76960c3d0cdf8076ecd0cc220022384475aff76e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026a7cd9a8f65b260bd459d8c1e823110a699391cbaabb6a4304a5e680b2ab2cf8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304402205e4a6ac74d35de1ffc1188f717273bada586b3de78f6844a548d548b0d27634c02207b127fa009b9d755b848772dcee21c4a05554501fd5e0d8a60ee8b9f9d13da7d01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7145" y="184604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720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 – P2WPKH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29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725797"/>
              </p:ext>
            </p:extLst>
          </p:nvPr>
        </p:nvGraphicFramePr>
        <p:xfrm>
          <a:off x="323006" y="1142821"/>
          <a:ext cx="4431212" cy="521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ctr"/>
                      <a:r>
                        <a:rPr lang="en-US" sz="1800" b="0" baseline="0" dirty="0" err="1"/>
                        <a:t>ScriptSig</a:t>
                      </a:r>
                      <a:r>
                        <a:rPr lang="en-US" sz="1800" b="0" baseline="0" dirty="0"/>
                        <a:t>: “ ”</a:t>
                      </a:r>
                    </a:p>
                    <a:p>
                      <a:pPr algn="l"/>
                      <a:endParaRPr lang="en-US" sz="105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304402205e4a6ac74d35de1ffc1188f717273bada586b3de78f6844a548d548b0d27634c02207b127fa009b9d755b848772dcee21c4a05554501fd5e0d8a60ee8b9f9d13da7d01</a:t>
                      </a:r>
                      <a:r>
                        <a:rPr lang="en-US" sz="1400" dirty="0"/>
                        <a:t>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  <a:r>
                        <a:rPr lang="en-US" sz="1400" baseline="0" dirty="0"/>
                        <a:t>  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   14  076960c3d0cdf8076ecd0cc220022384475aff76e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Virtual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478083"/>
              </p:ext>
            </p:extLst>
          </p:nvPr>
        </p:nvGraphicFramePr>
        <p:xfrm>
          <a:off x="7627144" y="2273228"/>
          <a:ext cx="4119418" cy="4221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algn="l" defTabSz="914377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76960c3d0cdf8076ecd0cc220022384475aff76e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377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76960c3d0cdf8076ecd0cc220022384475aff76e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026a7cd9a8f65b260bd459d8c1e823110a699391cbaabb6a4304a5e680b2ab2cf8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304402205e4a6ac74d35de1ffc1188f717273bada586b3de78f6844a548d548b0d27634c02207b127fa009b9d755b848772dcee21c4a05554501fd5e0d8a60ee8b9f9d13da7d01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7145" y="184604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378118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 – P2WPKH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30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553350"/>
              </p:ext>
            </p:extLst>
          </p:nvPr>
        </p:nvGraphicFramePr>
        <p:xfrm>
          <a:off x="323006" y="1142821"/>
          <a:ext cx="4431212" cy="521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ctr"/>
                      <a:r>
                        <a:rPr lang="en-US" sz="1800" b="0" baseline="0" dirty="0" err="1"/>
                        <a:t>ScriptSig</a:t>
                      </a:r>
                      <a:r>
                        <a:rPr lang="en-US" sz="1800" b="0" baseline="0" dirty="0"/>
                        <a:t>: “ ”</a:t>
                      </a:r>
                    </a:p>
                    <a:p>
                      <a:pPr algn="l"/>
                      <a:endParaRPr lang="en-US" sz="105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304402205e4a6ac74d35de1ffc1188f717273bada586b3de78f6844a548d548b0d27634c02207b127fa009b9d755b848772dcee21c4a05554501fd5e0d8a60ee8b9f9d13da7d01</a:t>
                      </a:r>
                      <a:r>
                        <a:rPr lang="en-US" sz="1400" dirty="0"/>
                        <a:t>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  <a:r>
                        <a:rPr lang="en-US" sz="1400" baseline="0" dirty="0"/>
                        <a:t>  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   14  076960c3d0cdf8076ecd0cc220022384475aff76e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Virtual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914377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160880"/>
              </p:ext>
            </p:extLst>
          </p:nvPr>
        </p:nvGraphicFramePr>
        <p:xfrm>
          <a:off x="7627144" y="2273228"/>
          <a:ext cx="4119418" cy="425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377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377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026a7cd9a8f65b260bd459d8c1e823110a699391cbaabb6a4304a5e680b2ab2cf8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304402205e4a6ac74d35de1ffc1188f717273bada586b3de78f6844a548d548b0d27634c02207b127fa009b9d755b848772dcee21c4a05554501fd5e0d8a60ee8b9f9d13da7d01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7145" y="184604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77005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 – P2WPKH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31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610723"/>
              </p:ext>
            </p:extLst>
          </p:nvPr>
        </p:nvGraphicFramePr>
        <p:xfrm>
          <a:off x="323006" y="1142821"/>
          <a:ext cx="4431212" cy="521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ctr"/>
                      <a:r>
                        <a:rPr lang="en-US" sz="1800" b="0" baseline="0" dirty="0" err="1"/>
                        <a:t>ScriptSig</a:t>
                      </a:r>
                      <a:r>
                        <a:rPr lang="en-US" sz="1800" b="0" baseline="0" dirty="0"/>
                        <a:t>: “ ”</a:t>
                      </a:r>
                    </a:p>
                    <a:p>
                      <a:pPr algn="l"/>
                      <a:endParaRPr lang="en-US" sz="105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304402205e4a6ac74d35de1ffc1188f717273bada586b3de78f6844a548d548b0d27634c02207b127fa009b9d755b848772dcee21c4a05554501fd5e0d8a60ee8b9f9d13da7d01</a:t>
                      </a:r>
                      <a:r>
                        <a:rPr lang="en-US" sz="1400" dirty="0"/>
                        <a:t>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  <a:r>
                        <a:rPr lang="en-US" sz="1400" baseline="0" dirty="0"/>
                        <a:t>  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   14  076960c3d0cdf8076ecd0cc220022384475aff76e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Virtual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914377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447893"/>
              </p:ext>
            </p:extLst>
          </p:nvPr>
        </p:nvGraphicFramePr>
        <p:xfrm>
          <a:off x="7627144" y="2273228"/>
          <a:ext cx="4119418" cy="425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377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377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026a7cd9a8f65b260bd459d8c1e823110a699391cbaabb6a4304a5e680b2ab2cf8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304402205e4a6ac74d35de1ffc1188f717273bada586b3de78f6844a548d548b0d27634c02207b127fa009b9d755b848772dcee21c4a05554501fd5e0d8a60ee8b9f9d13da7d01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7145" y="184604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479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 – P2WPKH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32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832832"/>
              </p:ext>
            </p:extLst>
          </p:nvPr>
        </p:nvGraphicFramePr>
        <p:xfrm>
          <a:off x="323006" y="1142821"/>
          <a:ext cx="4431212" cy="521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ctr"/>
                      <a:r>
                        <a:rPr lang="en-US" sz="1800" b="0" baseline="0" dirty="0" err="1"/>
                        <a:t>ScriptSig</a:t>
                      </a:r>
                      <a:r>
                        <a:rPr lang="en-US" sz="1800" b="0" baseline="0" dirty="0"/>
                        <a:t>: “ ”</a:t>
                      </a:r>
                    </a:p>
                    <a:p>
                      <a:pPr algn="l"/>
                      <a:endParaRPr lang="en-US" sz="105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algn="l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304402205e4a6ac74d35de1ffc1188f717273bada586b3de78f6844a548d548b0d27634c02207b127fa009b9d755b848772dcee21c4a05554501fd5e0d8a60ee8b9f9d13da7d01</a:t>
                      </a:r>
                      <a:r>
                        <a:rPr lang="en-US" sz="1400" dirty="0"/>
                        <a:t>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Signatures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r>
                        <a:rPr lang="en-US" sz="1400" dirty="0"/>
                        <a:t>026a7cd9a8f65b260bd459d8c1e823110a699391cbaabb6a4304a5e680b2ab2cf8</a:t>
                      </a:r>
                      <a:r>
                        <a:rPr lang="en-US" sz="1400" baseline="0" dirty="0"/>
                        <a:t>   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Alia’s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public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</a:rPr>
                        <a:t> key</a:t>
                      </a:r>
                      <a:endParaRPr lang="en-US" sz="1200" dirty="0"/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2000" dirty="0" err="1"/>
                        <a:t>ScriptPubKey</a:t>
                      </a:r>
                      <a:r>
                        <a:rPr lang="en-US" sz="2000" dirty="0"/>
                        <a:t>: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(Prev. Trans.)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   14  076960c3d0cdf8076ecd0cc220022384475aff76e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Virtual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OP_DUP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OP_HASH160</a:t>
                      </a:r>
                    </a:p>
                    <a:p>
                      <a:pPr marL="0" algn="l" defTabSz="914377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&lt;076960c3d0cdf8076ecd0cc220022384475aff76e&gt;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OP_EQUALVERIFY</a:t>
                      </a:r>
                    </a:p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OP_CHECKSIG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910881"/>
              </p:ext>
            </p:extLst>
          </p:nvPr>
        </p:nvGraphicFramePr>
        <p:xfrm>
          <a:off x="7627144" y="2273228"/>
          <a:ext cx="4119418" cy="370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377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377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True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7145" y="184604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623678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SegWit</a:t>
            </a:r>
            <a:r>
              <a:rPr lang="en-US" dirty="0"/>
              <a:t> Transaction – P2WPKH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33</a:t>
            </a:fld>
            <a:endParaRPr lang="aa-ET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1837" y="1141574"/>
          <a:ext cx="11060724" cy="5037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036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553036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30259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INPUT</a:t>
                      </a:r>
                    </a:p>
                    <a:p>
                      <a:pPr algn="ctr"/>
                      <a:endParaRPr lang="en-US" sz="700" dirty="0"/>
                    </a:p>
                    <a:p>
                      <a:pPr algn="ctr"/>
                      <a:r>
                        <a:rPr lang="en-US" sz="1800" dirty="0"/>
                        <a:t>Prev.</a:t>
                      </a:r>
                      <a:r>
                        <a:rPr lang="en-US" sz="1800" baseline="0" dirty="0"/>
                        <a:t> Trans. ID:</a:t>
                      </a:r>
                    </a:p>
                    <a:p>
                      <a:pPr algn="ctr"/>
                      <a:r>
                        <a:rPr lang="en-US" sz="1800" baseline="0" dirty="0">
                          <a:hlinkClick r:id="rId2"/>
                        </a:rPr>
                        <a:t>0f07ec1c3738873cd6336f0e2c92094bf08d0ad3bce8aba0efa2eb9d172fd60c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Index: 0</a:t>
                      </a:r>
                    </a:p>
                    <a:p>
                      <a:pPr algn="l"/>
                      <a:r>
                        <a:rPr lang="en-US" sz="1800" baseline="0" dirty="0" err="1"/>
                        <a:t>ScriptSig</a:t>
                      </a:r>
                      <a:r>
                        <a:rPr lang="en-US" sz="1800" baseline="0" dirty="0"/>
                        <a:t>  </a:t>
                      </a:r>
                      <a:r>
                        <a:rPr lang="en-US" sz="1100" dirty="0">
                          <a:solidFill>
                            <a:srgbClr val="0070C0"/>
                          </a:solidFill>
                        </a:rPr>
                        <a:t>“”</a:t>
                      </a:r>
                      <a:endParaRPr lang="en-US" sz="1100" b="1" dirty="0">
                        <a:solidFill>
                          <a:srgbClr val="FF0000"/>
                        </a:solidFill>
                      </a:endParaRPr>
                    </a:p>
                    <a:p>
                      <a:pPr algn="l"/>
                      <a:endParaRPr lang="en-US" sz="11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00  14  2fa9c4b9585b74fd5fd8c92fd4e32824b531e515</a:t>
                      </a:r>
                    </a:p>
                    <a:p>
                      <a:pPr marL="0" algn="l" defTabSz="685783" rtl="0" eaLnBrk="1" latinLnBrk="0" hangingPunct="1"/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685783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1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0.01094000 BTC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00 14 92fd4e32824b531e5152fa9c4b9585b74fd5fd8c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  <a:tr h="101903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Witness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Signature:  </a:t>
                      </a:r>
                      <a:r>
                        <a:rPr lang="en-US" sz="18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        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304402208a09e17ddf7f3e7d1d6e18b3b42f9e445c8c6f5f2e93f993b6f6b9c5b1f3a2d702202f7d8b03c2f1763e8c5ff0b8a0b6c80b7d41d6e2a2b9df62d4a056c6bb6f23ef01</a:t>
                      </a:r>
                    </a:p>
                    <a:p>
                      <a:endParaRPr 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Public Key: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 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026a7cd9a8f65b260bd459d8c1e823110a699391cbaabb6a4304a5e680b2ab2cf8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28229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42210" y="5445956"/>
            <a:ext cx="1289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Alia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3339" y="1863610"/>
            <a:ext cx="2287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Locked to </a:t>
            </a:r>
            <a:r>
              <a:rPr lang="en-US" sz="2400" dirty="0">
                <a:solidFill>
                  <a:srgbClr val="0000CC"/>
                </a:solidFill>
              </a:rPr>
              <a:t>Babar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0762" y="3198739"/>
            <a:ext cx="2612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Locked to </a:t>
            </a:r>
            <a:r>
              <a:rPr lang="en-US" sz="2400" dirty="0">
                <a:solidFill>
                  <a:srgbClr val="0000CC"/>
                </a:solidFill>
              </a:rPr>
              <a:t>Alia</a:t>
            </a:r>
          </a:p>
        </p:txBody>
      </p:sp>
    </p:spTree>
    <p:extLst>
      <p:ext uri="{BB962C8B-B14F-4D97-AF65-F5344CB8AC3E}">
        <p14:creationId xmlns:p14="http://schemas.microsoft.com/office/powerpoint/2010/main" val="159853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75CA0-BC9A-2C12-D35E-ED3C472D5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5797F-BA7B-D153-40BF-D9250A199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>
                <a:latin typeface="+mn-lt"/>
              </a:rPr>
              <a:t>Lecture </a:t>
            </a:r>
            <a:r>
              <a:rPr lang="en-US" dirty="0">
                <a:latin typeface="+mn-lt"/>
              </a:rPr>
              <a:t>12</a:t>
            </a:r>
            <a:br>
              <a:rPr lang="en-PK" dirty="0">
                <a:latin typeface="+mn-lt"/>
              </a:rPr>
            </a:br>
            <a:r>
              <a:rPr lang="en-US" dirty="0">
                <a:latin typeface="+mn-lt"/>
              </a:rPr>
              <a:t>Thursday</a:t>
            </a:r>
            <a:r>
              <a:rPr lang="en-PK" dirty="0">
                <a:latin typeface="+mn-lt"/>
              </a:rPr>
              <a:t>, </a:t>
            </a:r>
            <a:r>
              <a:rPr lang="en-US" dirty="0">
                <a:latin typeface="+mn-lt"/>
              </a:rPr>
              <a:t>Feb</a:t>
            </a:r>
            <a:r>
              <a:rPr lang="en-PK" dirty="0">
                <a:latin typeface="+mn-lt"/>
              </a:rPr>
              <a:t> </a:t>
            </a:r>
            <a:r>
              <a:rPr lang="en-US" dirty="0">
                <a:latin typeface="+mn-lt"/>
              </a:rPr>
              <a:t>26</a:t>
            </a:r>
            <a:r>
              <a:rPr lang="en-PK" dirty="0">
                <a:latin typeface="+mn-lt"/>
              </a:rPr>
              <a:t>, 202</a:t>
            </a:r>
            <a:r>
              <a:rPr lang="en-US" dirty="0">
                <a:latin typeface="+mn-lt"/>
              </a:rPr>
              <a:t>6</a:t>
            </a:r>
            <a:endParaRPr lang="en-PK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25A93-7864-D168-1DE8-D7118CAFD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606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3898-B66A-F084-E3CF-608FB306F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Multisig</a:t>
            </a:r>
            <a:r>
              <a:rPr lang="en-GB" dirty="0"/>
              <a:t> Transaction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19BD8-FAEE-A265-D0AF-6FD4E8005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 err="1"/>
              <a:t>Multisig</a:t>
            </a:r>
            <a:r>
              <a:rPr lang="en-GB" b="1" dirty="0"/>
              <a:t> – Multiple signatures</a:t>
            </a:r>
          </a:p>
          <a:p>
            <a:r>
              <a:rPr lang="en-GB" dirty="0"/>
              <a:t>A Bitcoin transaction that requires M-of-N keys to authorize spending</a:t>
            </a:r>
          </a:p>
          <a:p>
            <a:pPr lvl="1"/>
            <a:r>
              <a:rPr lang="en-GB" dirty="0"/>
              <a:t>Example: 2-of-3 </a:t>
            </a:r>
            <a:r>
              <a:rPr lang="en-GB" dirty="0" err="1"/>
              <a:t>multisig</a:t>
            </a:r>
            <a:r>
              <a:rPr lang="en-GB" dirty="0"/>
              <a:t> → any 2 signatures out of 3 keys are needed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Why?</a:t>
            </a:r>
          </a:p>
          <a:p>
            <a:r>
              <a:rPr lang="en-US" b="1" i="1" dirty="0"/>
              <a:t>Security</a:t>
            </a:r>
            <a:r>
              <a:rPr lang="en-US" dirty="0"/>
              <a:t>: Protects funds even if one key is lost or stolen</a:t>
            </a:r>
          </a:p>
          <a:p>
            <a:r>
              <a:rPr lang="en-US" b="1" i="1" dirty="0"/>
              <a:t>Shared Accounts</a:t>
            </a:r>
            <a:r>
              <a:rPr lang="en-US" dirty="0"/>
              <a:t>: Company treasuries or family accounts requiring multiple approvals</a:t>
            </a:r>
          </a:p>
          <a:p>
            <a:r>
              <a:rPr lang="en-US" b="1" i="1" dirty="0"/>
              <a:t>Escrow Services</a:t>
            </a:r>
            <a:r>
              <a:rPr lang="en-US" dirty="0"/>
              <a:t>: Buyer, Seller, and Arbitrator in 2-of-3 setups</a:t>
            </a:r>
          </a:p>
          <a:p>
            <a:r>
              <a:rPr lang="en-US" b="1" i="1" dirty="0"/>
              <a:t>Lightning Network</a:t>
            </a:r>
            <a:r>
              <a:rPr lang="en-US" dirty="0"/>
              <a:t>: Payment channels are built on 2-of-2 </a:t>
            </a:r>
            <a:r>
              <a:rPr lang="en-US" dirty="0" err="1"/>
              <a:t>multisig</a:t>
            </a:r>
            <a:r>
              <a:rPr lang="en-US" dirty="0"/>
              <a:t> outputs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B0BC8-D96A-F096-0559-46D560C10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35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69953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F8D9B-DE86-7EB4-94F8-257A0A33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Multisig</a:t>
            </a:r>
            <a:r>
              <a:rPr lang="en-GB" dirty="0"/>
              <a:t> Transaction – How it works?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536DE-CA0B-7E8D-3DAA-7EBE8E381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1. Locking (Output Side)</a:t>
            </a:r>
          </a:p>
          <a:p>
            <a:pPr lvl="1"/>
            <a:r>
              <a:rPr lang="en-GB" dirty="0"/>
              <a:t>Bitcoin is sent to a </a:t>
            </a:r>
            <a:r>
              <a:rPr lang="en-GB" b="1" dirty="0"/>
              <a:t>script</a:t>
            </a:r>
            <a:r>
              <a:rPr lang="en-GB" dirty="0"/>
              <a:t>:</a:t>
            </a:r>
          </a:p>
          <a:p>
            <a:pPr lvl="2"/>
            <a:r>
              <a:rPr lang="en-GB" sz="2400" b="1" dirty="0"/>
              <a:t>OP_2</a:t>
            </a:r>
            <a:r>
              <a:rPr lang="en-GB" sz="2400" dirty="0"/>
              <a:t> </a:t>
            </a:r>
            <a:r>
              <a:rPr lang="en-GB" sz="2400" dirty="0">
                <a:solidFill>
                  <a:srgbClr val="FF0000"/>
                </a:solidFill>
              </a:rPr>
              <a:t>&lt;PubKey1&gt; </a:t>
            </a:r>
            <a:r>
              <a:rPr lang="en-GB" sz="2400" dirty="0">
                <a:solidFill>
                  <a:srgbClr val="0070C0"/>
                </a:solidFill>
              </a:rPr>
              <a:t>&lt;PubKey2&gt; </a:t>
            </a:r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&lt;PubKey3&gt; </a:t>
            </a:r>
            <a:r>
              <a:rPr lang="en-GB" sz="2400" b="1" dirty="0"/>
              <a:t>OP_3   OP_CHECKMULTISIG</a:t>
            </a:r>
          </a:p>
          <a:p>
            <a:pPr lvl="1"/>
            <a:r>
              <a:rPr lang="en-GB" dirty="0"/>
              <a:t>This script is hashed into an address (P2SH or P2WSH)</a:t>
            </a:r>
          </a:p>
          <a:p>
            <a:pPr marL="0" indent="0">
              <a:buNone/>
            </a:pPr>
            <a:r>
              <a:rPr lang="en-GB" b="1" dirty="0"/>
              <a:t>2. Unlocking (Input Side)</a:t>
            </a:r>
          </a:p>
          <a:p>
            <a:pPr lvl="1"/>
            <a:r>
              <a:rPr lang="en-GB" dirty="0"/>
              <a:t>To spend, the spender provides:</a:t>
            </a:r>
          </a:p>
          <a:p>
            <a:pPr lvl="2"/>
            <a:r>
              <a:rPr lang="en-GB" sz="2400" dirty="0"/>
              <a:t>M valid signatures (e.g., 2 signatures in a 2-of-3)</a:t>
            </a:r>
          </a:p>
          <a:p>
            <a:pPr lvl="2"/>
            <a:r>
              <a:rPr lang="en-GB" sz="2400" dirty="0"/>
              <a:t>The witness script proving the locking conditions</a:t>
            </a:r>
          </a:p>
          <a:p>
            <a:pPr marL="0" indent="0">
              <a:buNone/>
            </a:pPr>
            <a:r>
              <a:rPr lang="en-GB" b="1" dirty="0"/>
              <a:t>3. Verification</a:t>
            </a:r>
          </a:p>
          <a:p>
            <a:pPr lvl="1"/>
            <a:r>
              <a:rPr lang="en-GB" dirty="0"/>
              <a:t>Bitcoin validates: Do the provided signatures match the required keys?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0A4E3-CC47-F940-EAB6-4C63A99DC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36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731488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Multisig</a:t>
            </a:r>
            <a:r>
              <a:rPr lang="en-US" dirty="0"/>
              <a:t> Transaction - 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37</a:t>
            </a:fld>
            <a:endParaRPr lang="aa-ET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599"/>
          <a:stretch/>
        </p:blipFill>
        <p:spPr>
          <a:xfrm>
            <a:off x="379731" y="1029820"/>
            <a:ext cx="8193041" cy="39988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20" r="28553" b="9312"/>
          <a:stretch/>
        </p:blipFill>
        <p:spPr>
          <a:xfrm>
            <a:off x="5276161" y="2165169"/>
            <a:ext cx="5853658" cy="355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4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Multisig</a:t>
            </a:r>
            <a:r>
              <a:rPr lang="en-US" dirty="0"/>
              <a:t> Transaction – 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38</a:t>
            </a:fld>
            <a:endParaRPr lang="aa-ET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972731"/>
              </p:ext>
            </p:extLst>
          </p:nvPr>
        </p:nvGraphicFramePr>
        <p:xfrm>
          <a:off x="641837" y="1141574"/>
          <a:ext cx="11060724" cy="374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036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553036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17950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INPUT</a:t>
                      </a:r>
                    </a:p>
                    <a:p>
                      <a:pPr algn="ctr"/>
                      <a:endParaRPr lang="en-US" sz="700" dirty="0"/>
                    </a:p>
                    <a:p>
                      <a:pPr algn="ctr"/>
                      <a:r>
                        <a:rPr lang="en-US" sz="1800" dirty="0"/>
                        <a:t>Prev.</a:t>
                      </a:r>
                      <a:r>
                        <a:rPr lang="en-US" sz="1800" baseline="0" dirty="0"/>
                        <a:t> Trans. ID:</a:t>
                      </a:r>
                    </a:p>
                    <a:p>
                      <a:pPr algn="l"/>
                      <a:r>
                        <a:rPr lang="en-US" sz="1800" baseline="0" dirty="0">
                          <a:solidFill>
                            <a:srgbClr val="0070C0"/>
                          </a:solidFill>
                        </a:rPr>
                        <a:t>0f07ec1c3738873cd6336f0e2c92094bf08d0ad3bce8aba0efa2eb9d172fd60c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Index: 0</a:t>
                      </a:r>
                    </a:p>
                    <a:p>
                      <a:pPr algn="l"/>
                      <a:endParaRPr lang="en-US" sz="11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00  14  2fa9c4b9585b74fd5fd8c92fd4e32824b531e515</a:t>
                      </a:r>
                    </a:p>
                    <a:p>
                      <a:pPr marL="0" algn="l" defTabSz="685783" rtl="0" eaLnBrk="1" latinLnBrk="0" hangingPunct="1"/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  <a:tr h="101903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Witness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 OP_2 </a:t>
                      </a:r>
                      <a:r>
                        <a:rPr lang="en-US" sz="18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rgbClr val="FF3300"/>
                          </a:solidFill>
                        </a:rPr>
                        <a:t>PubKeyA</a:t>
                      </a:r>
                      <a:r>
                        <a:rPr lang="en-US" sz="1800" dirty="0">
                          <a:solidFill>
                            <a:srgbClr val="FF3300"/>
                          </a:solidFill>
                        </a:rPr>
                        <a:t>&gt; &lt;</a:t>
                      </a:r>
                      <a:r>
                        <a:rPr lang="en-US" sz="1800" dirty="0" err="1">
                          <a:solidFill>
                            <a:srgbClr val="FF3300"/>
                          </a:solidFill>
                        </a:rPr>
                        <a:t>PubKeyB</a:t>
                      </a:r>
                      <a:r>
                        <a:rPr lang="en-US" sz="1800" dirty="0">
                          <a:solidFill>
                            <a:srgbClr val="FF3300"/>
                          </a:solidFill>
                        </a:rPr>
                        <a:t>&gt; &lt;</a:t>
                      </a:r>
                      <a:r>
                        <a:rPr lang="en-US" sz="1800" dirty="0" err="1">
                          <a:solidFill>
                            <a:srgbClr val="FF3300"/>
                          </a:solidFill>
                        </a:rPr>
                        <a:t>PubKeyC</a:t>
                      </a:r>
                      <a:r>
                        <a:rPr lang="en-US" sz="1800" dirty="0">
                          <a:solidFill>
                            <a:srgbClr val="FF3300"/>
                          </a:solidFill>
                        </a:rPr>
                        <a:t>&gt;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OP_3  OP_CHECKMULTISIG</a:t>
                      </a:r>
                      <a:endParaRPr lang="en-US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28229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486668" y="1972995"/>
            <a:ext cx="2032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FF0000"/>
                </a:solidFill>
              </a:rPr>
              <a:t>Multisig</a:t>
            </a:r>
            <a:r>
              <a:rPr lang="en-US" sz="2000" dirty="0">
                <a:solidFill>
                  <a:srgbClr val="FF0000"/>
                </a:solidFill>
              </a:rPr>
              <a:t> trans.</a:t>
            </a:r>
          </a:p>
        </p:txBody>
      </p:sp>
    </p:spTree>
    <p:extLst>
      <p:ext uri="{BB962C8B-B14F-4D97-AF65-F5344CB8AC3E}">
        <p14:creationId xmlns:p14="http://schemas.microsoft.com/office/powerpoint/2010/main" val="1317642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1F66-D0F3-7393-321C-32B0FFAA4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59EC9-9F51-1495-DC11-5F55AFA0B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Multisig</a:t>
            </a:r>
            <a:r>
              <a:rPr lang="en-US" dirty="0"/>
              <a:t> Transaction –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1526F-93C1-C852-3FC7-97735AA0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39</a:t>
            </a:fld>
            <a:endParaRPr lang="aa-ET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32F2D9-6BFD-A087-E4C1-AC7D32C2D1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155458"/>
              </p:ext>
            </p:extLst>
          </p:nvPr>
        </p:nvGraphicFramePr>
        <p:xfrm>
          <a:off x="641837" y="1141574"/>
          <a:ext cx="11060724" cy="374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036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553036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17950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INPUT</a:t>
                      </a:r>
                    </a:p>
                    <a:p>
                      <a:pPr algn="ctr"/>
                      <a:endParaRPr lang="en-US" sz="700" dirty="0"/>
                    </a:p>
                    <a:p>
                      <a:pPr algn="ctr"/>
                      <a:r>
                        <a:rPr lang="en-US" sz="1800" dirty="0"/>
                        <a:t>Prev.</a:t>
                      </a:r>
                      <a:r>
                        <a:rPr lang="en-US" sz="1800" baseline="0" dirty="0"/>
                        <a:t> Trans. ID:</a:t>
                      </a:r>
                    </a:p>
                    <a:p>
                      <a:pPr algn="l"/>
                      <a:r>
                        <a:rPr lang="en-US" sz="1800" baseline="0" dirty="0">
                          <a:solidFill>
                            <a:srgbClr val="0070C0"/>
                          </a:solidFill>
                        </a:rPr>
                        <a:t>0f07ec1c3738873cd6336f0e2c92094bf08d0ad3bce8aba0efa2eb9d172fd60c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Index: 0</a:t>
                      </a:r>
                    </a:p>
                    <a:p>
                      <a:pPr algn="l"/>
                      <a:endParaRPr lang="en-US" sz="11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00  14  2fa9c4b9585b74fd5fd8c92fd4e32824b531e515</a:t>
                      </a:r>
                    </a:p>
                    <a:p>
                      <a:pPr marL="0" algn="l" defTabSz="685783" rtl="0" eaLnBrk="1" latinLnBrk="0" hangingPunct="1"/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  <a:tr h="101903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Witness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 OP_2 </a:t>
                      </a:r>
                      <a:r>
                        <a:rPr lang="en-US" sz="18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rgbClr val="FF3300"/>
                          </a:solidFill>
                        </a:rPr>
                        <a:t>PubKeyA</a:t>
                      </a:r>
                      <a:r>
                        <a:rPr lang="en-US" sz="1800" dirty="0">
                          <a:solidFill>
                            <a:srgbClr val="FF3300"/>
                          </a:solidFill>
                        </a:rPr>
                        <a:t>&gt; &lt;</a:t>
                      </a:r>
                      <a:r>
                        <a:rPr lang="en-US" sz="1800" dirty="0" err="1">
                          <a:solidFill>
                            <a:srgbClr val="FF3300"/>
                          </a:solidFill>
                        </a:rPr>
                        <a:t>PubKeyB</a:t>
                      </a:r>
                      <a:r>
                        <a:rPr lang="en-US" sz="1800" dirty="0">
                          <a:solidFill>
                            <a:srgbClr val="FF3300"/>
                          </a:solidFill>
                        </a:rPr>
                        <a:t>&gt; &lt;</a:t>
                      </a:r>
                      <a:r>
                        <a:rPr lang="en-US" sz="1800" dirty="0" err="1">
                          <a:solidFill>
                            <a:srgbClr val="FF3300"/>
                          </a:solidFill>
                        </a:rPr>
                        <a:t>PubKeyC</a:t>
                      </a:r>
                      <a:r>
                        <a:rPr lang="en-US" sz="1800" dirty="0">
                          <a:solidFill>
                            <a:srgbClr val="FF3300"/>
                          </a:solidFill>
                        </a:rPr>
                        <a:t>&gt;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OP_3  OP_CHECKMULTISIG</a:t>
                      </a:r>
                      <a:endParaRPr lang="en-US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2822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BF9A0A-ADE1-AB65-EC61-38AEEF79651C}"/>
              </a:ext>
            </a:extLst>
          </p:cNvPr>
          <p:cNvSpPr txBox="1"/>
          <p:nvPr/>
        </p:nvSpPr>
        <p:spPr>
          <a:xfrm>
            <a:off x="2486668" y="1972995"/>
            <a:ext cx="2032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FF0000"/>
                </a:solidFill>
              </a:rPr>
              <a:t>Multisig</a:t>
            </a:r>
            <a:r>
              <a:rPr lang="en-US" sz="2000" dirty="0">
                <a:solidFill>
                  <a:srgbClr val="FF0000"/>
                </a:solidFill>
              </a:rPr>
              <a:t> trans.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AF73893-7A73-76FB-48DE-E4483D0B8F15}"/>
              </a:ext>
            </a:extLst>
          </p:cNvPr>
          <p:cNvSpPr/>
          <p:nvPr/>
        </p:nvSpPr>
        <p:spPr>
          <a:xfrm>
            <a:off x="574585" y="2671917"/>
            <a:ext cx="9130747" cy="27333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  <a:p>
            <a:r>
              <a:rPr lang="en-GB" b="1" dirty="0">
                <a:solidFill>
                  <a:schemeClr val="tx1"/>
                </a:solidFill>
              </a:rPr>
              <a:t>Tans. ID: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0f07ec1c3738873cd6336f0e2c92094bf08d0ad3bce8aba0efa2eb9d172fd60c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Output:</a:t>
            </a:r>
          </a:p>
          <a:p>
            <a:r>
              <a:rPr lang="en-GB" b="1" dirty="0">
                <a:solidFill>
                  <a:schemeClr val="tx1"/>
                </a:solidFill>
              </a:rPr>
              <a:t>Index</a:t>
            </a:r>
            <a:r>
              <a:rPr lang="en-GB" dirty="0">
                <a:solidFill>
                  <a:schemeClr val="tx1"/>
                </a:solidFill>
              </a:rPr>
              <a:t> 0</a:t>
            </a:r>
          </a:p>
          <a:p>
            <a:r>
              <a:rPr lang="en-GB" b="1" dirty="0">
                <a:solidFill>
                  <a:schemeClr val="tx1"/>
                </a:solidFill>
              </a:rPr>
              <a:t>Value</a:t>
            </a:r>
            <a:r>
              <a:rPr lang="en-GB" dirty="0">
                <a:solidFill>
                  <a:schemeClr val="tx1"/>
                </a:solidFill>
              </a:rPr>
              <a:t>: 00026102</a:t>
            </a:r>
          </a:p>
          <a:p>
            <a:r>
              <a:rPr lang="en-GB" b="1" dirty="0" err="1">
                <a:solidFill>
                  <a:schemeClr val="tx1"/>
                </a:solidFill>
              </a:rPr>
              <a:t>ScriptPubKey</a:t>
            </a:r>
            <a:r>
              <a:rPr lang="en-GB" b="1" dirty="0">
                <a:solidFill>
                  <a:schemeClr val="tx1"/>
                </a:solidFill>
              </a:rPr>
              <a:t>:</a:t>
            </a:r>
          </a:p>
          <a:p>
            <a:r>
              <a:rPr lang="en-GB" dirty="0">
                <a:solidFill>
                  <a:srgbClr val="FF0000"/>
                </a:solidFill>
              </a:rPr>
              <a:t>00 20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0123456789abcdef0123456789abcdef0123456789abcdef0123456789abcdef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26431A-4892-965F-F994-937299FB8FAB}"/>
              </a:ext>
            </a:extLst>
          </p:cNvPr>
          <p:cNvGrpSpPr/>
          <p:nvPr/>
        </p:nvGrpSpPr>
        <p:grpSpPr>
          <a:xfrm>
            <a:off x="1055472" y="4768645"/>
            <a:ext cx="7075806" cy="1457286"/>
            <a:chOff x="1055472" y="4768645"/>
            <a:chExt cx="7075806" cy="145728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EB7DBBD-E54D-7E29-A857-4A99CC069058}"/>
                </a:ext>
              </a:extLst>
            </p:cNvPr>
            <p:cNvSpPr/>
            <p:nvPr/>
          </p:nvSpPr>
          <p:spPr>
            <a:xfrm>
              <a:off x="1055472" y="4768645"/>
              <a:ext cx="340709" cy="3048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259012D-FF0D-7559-3D17-D416BAF50EB6}"/>
                </a:ext>
              </a:extLst>
            </p:cNvPr>
            <p:cNvCxnSpPr>
              <a:stCxn id="10" idx="5"/>
            </p:cNvCxnSpPr>
            <p:nvPr/>
          </p:nvCxnSpPr>
          <p:spPr>
            <a:xfrm>
              <a:off x="1346285" y="5028808"/>
              <a:ext cx="1140383" cy="7328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F7AEDA-F62A-ED72-47C7-53BAF602D5D0}"/>
                </a:ext>
              </a:extLst>
            </p:cNvPr>
            <p:cNvSpPr txBox="1"/>
            <p:nvPr/>
          </p:nvSpPr>
          <p:spPr>
            <a:xfrm>
              <a:off x="2418736" y="5702711"/>
              <a:ext cx="57125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>
                  <a:solidFill>
                    <a:srgbClr val="107E54"/>
                  </a:solidFill>
                </a:rPr>
                <a:t>32-byte hash value follows – P2WSH</a:t>
              </a:r>
              <a:endParaRPr lang="en-US" dirty="0">
                <a:solidFill>
                  <a:srgbClr val="107E54"/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4261BF-3090-7E65-2B86-C7B37712033C}"/>
              </a:ext>
            </a:extLst>
          </p:cNvPr>
          <p:cNvCxnSpPr/>
          <p:nvPr/>
        </p:nvCxnSpPr>
        <p:spPr>
          <a:xfrm>
            <a:off x="1602658" y="2373105"/>
            <a:ext cx="0" cy="298812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08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40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781432"/>
              </p:ext>
            </p:extLst>
          </p:nvPr>
        </p:nvGraphicFramePr>
        <p:xfrm>
          <a:off x="303342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PubKeyA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PubKeyB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PubKeyC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178536"/>
              </p:ext>
            </p:extLst>
          </p:nvPr>
        </p:nvGraphicFramePr>
        <p:xfrm>
          <a:off x="7627144" y="5049135"/>
          <a:ext cx="4119418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7145" y="4621954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4124" y="1628792"/>
            <a:ext cx="3955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last witness item must contain the witness script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D49CCD-D8D4-5ECB-83D1-D34905CE6D00}"/>
              </a:ext>
            </a:extLst>
          </p:cNvPr>
          <p:cNvSpPr/>
          <p:nvPr/>
        </p:nvSpPr>
        <p:spPr>
          <a:xfrm>
            <a:off x="366781" y="2625213"/>
            <a:ext cx="2661557" cy="23499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2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BE7A5-8FB1-12BE-87D6-263079F67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86DD-177E-6A80-1A17-E1FA7945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0DBCE-C09F-7B83-5D80-BB146494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41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37DE15-059C-51DB-ED0A-44CF90F1BAE8}"/>
              </a:ext>
            </a:extLst>
          </p:cNvPr>
          <p:cNvGraphicFramePr>
            <a:graphicFrameLocks noGrp="1"/>
          </p:cNvGraphicFramePr>
          <p:nvPr/>
        </p:nvGraphicFramePr>
        <p:xfrm>
          <a:off x="303342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PubKeyA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PubKeyB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PubKeyC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234331-CF39-1AB3-CDC9-E2D569936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485464"/>
              </p:ext>
            </p:extLst>
          </p:nvPr>
        </p:nvGraphicFramePr>
        <p:xfrm>
          <a:off x="7627144" y="5049139"/>
          <a:ext cx="4119418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186662-0704-2791-5063-87B358967FCA}"/>
              </a:ext>
            </a:extLst>
          </p:cNvPr>
          <p:cNvSpPr txBox="1"/>
          <p:nvPr/>
        </p:nvSpPr>
        <p:spPr>
          <a:xfrm>
            <a:off x="7627145" y="4621958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FDFAE0-DFAC-19DD-35E8-D7FB6D963FAF}"/>
              </a:ext>
            </a:extLst>
          </p:cNvPr>
          <p:cNvSpPr txBox="1"/>
          <p:nvPr/>
        </p:nvSpPr>
        <p:spPr>
          <a:xfrm>
            <a:off x="4874124" y="1550134"/>
            <a:ext cx="68724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Compute SHA256(&lt;</a:t>
            </a:r>
            <a:r>
              <a:rPr lang="en-US" sz="2000" dirty="0" err="1"/>
              <a:t>witnessScript</a:t>
            </a:r>
            <a:r>
              <a:rPr lang="en-US" sz="2000" dirty="0"/>
              <a:t>&gt;) and check if this is equal to the 32-byte value in the </a:t>
            </a:r>
            <a:r>
              <a:rPr lang="en-US" sz="2000" u="sng" dirty="0" err="1"/>
              <a:t>scriptPubkey</a:t>
            </a:r>
            <a:r>
              <a:rPr lang="en-US" sz="2000" u="sng" dirty="0"/>
              <a:t> of the Prev. Trans</a:t>
            </a: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GB" sz="2000" dirty="0">
                <a:solidFill>
                  <a:srgbClr val="FF0000"/>
                </a:solidFill>
              </a:rPr>
              <a:t>If not equal → fail (transaction invalid)</a:t>
            </a:r>
          </a:p>
          <a:p>
            <a:endParaRPr lang="en-GB" sz="2000" dirty="0">
              <a:solidFill>
                <a:srgbClr val="107E54"/>
              </a:solidFill>
            </a:endParaRPr>
          </a:p>
          <a:p>
            <a:r>
              <a:rPr lang="en-GB" sz="2000" dirty="0">
                <a:solidFill>
                  <a:srgbClr val="107E54"/>
                </a:solidFill>
              </a:rPr>
              <a:t>If equal → continue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7D1410-ECC7-5AEA-EA81-0F1B7F8373BB}"/>
              </a:ext>
            </a:extLst>
          </p:cNvPr>
          <p:cNvSpPr/>
          <p:nvPr/>
        </p:nvSpPr>
        <p:spPr>
          <a:xfrm>
            <a:off x="366781" y="2625213"/>
            <a:ext cx="2661557" cy="23499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B048D0-597F-886D-E857-089B7B943D20}"/>
              </a:ext>
            </a:extLst>
          </p:cNvPr>
          <p:cNvSpPr/>
          <p:nvPr/>
        </p:nvSpPr>
        <p:spPr>
          <a:xfrm>
            <a:off x="3028338" y="3575752"/>
            <a:ext cx="9130747" cy="27333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  <a:p>
            <a:r>
              <a:rPr lang="en-GB" b="1" dirty="0">
                <a:solidFill>
                  <a:schemeClr val="tx1"/>
                </a:solidFill>
              </a:rPr>
              <a:t>Tans. ID: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0f07ec1c3738873cd6336f0e2c92094bf08d0ad3bce8aba0efa2eb9d172fd60c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Output:</a:t>
            </a:r>
          </a:p>
          <a:p>
            <a:r>
              <a:rPr lang="en-GB" b="1" dirty="0">
                <a:solidFill>
                  <a:schemeClr val="tx1"/>
                </a:solidFill>
              </a:rPr>
              <a:t>Index</a:t>
            </a:r>
            <a:r>
              <a:rPr lang="en-GB" dirty="0">
                <a:solidFill>
                  <a:schemeClr val="tx1"/>
                </a:solidFill>
              </a:rPr>
              <a:t> 0</a:t>
            </a:r>
          </a:p>
          <a:p>
            <a:r>
              <a:rPr lang="en-GB" b="1" dirty="0">
                <a:solidFill>
                  <a:schemeClr val="tx1"/>
                </a:solidFill>
              </a:rPr>
              <a:t>Value</a:t>
            </a:r>
            <a:r>
              <a:rPr lang="en-GB" dirty="0">
                <a:solidFill>
                  <a:schemeClr val="tx1"/>
                </a:solidFill>
              </a:rPr>
              <a:t>: 00026102</a:t>
            </a:r>
          </a:p>
          <a:p>
            <a:r>
              <a:rPr lang="en-GB" b="1" dirty="0" err="1">
                <a:solidFill>
                  <a:schemeClr val="tx1"/>
                </a:solidFill>
              </a:rPr>
              <a:t>ScriptPubKey</a:t>
            </a:r>
            <a:r>
              <a:rPr lang="en-GB" b="1" dirty="0">
                <a:solidFill>
                  <a:schemeClr val="tx1"/>
                </a:solidFill>
              </a:rPr>
              <a:t>:</a:t>
            </a:r>
          </a:p>
          <a:p>
            <a:r>
              <a:rPr lang="en-GB" dirty="0">
                <a:solidFill>
                  <a:schemeClr val="accent5"/>
                </a:solidFill>
              </a:rPr>
              <a:t>00 20 </a:t>
            </a:r>
            <a:r>
              <a:rPr lang="en-GB" dirty="0">
                <a:solidFill>
                  <a:srgbClr val="FF3300"/>
                </a:solidFill>
              </a:rPr>
              <a:t>0123456789abcdef0123456789abcdef0123456789abcdef0123456789abcdef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3753C0-EC3C-242E-C222-49112454529A}"/>
              </a:ext>
            </a:extLst>
          </p:cNvPr>
          <p:cNvCxnSpPr/>
          <p:nvPr/>
        </p:nvCxnSpPr>
        <p:spPr>
          <a:xfrm flipH="1">
            <a:off x="7010400" y="2174240"/>
            <a:ext cx="2438400" cy="3444240"/>
          </a:xfrm>
          <a:prstGeom prst="straightConnector1">
            <a:avLst/>
          </a:prstGeom>
          <a:ln w="57150"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72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42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029141"/>
              </p:ext>
            </p:extLst>
          </p:nvPr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PubKeyA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PubKeyB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PubKeyC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B4DEB7-681F-4648-4891-D0C83C17A1C8}"/>
              </a:ext>
            </a:extLst>
          </p:cNvPr>
          <p:cNvSpPr txBox="1"/>
          <p:nvPr/>
        </p:nvSpPr>
        <p:spPr>
          <a:xfrm>
            <a:off x="4874124" y="1550134"/>
            <a:ext cx="55382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Push all items in the witness on the stack except the last item, which is the witness script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CA1AC4F-49A5-F4B2-FCA0-5AD96813C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422247"/>
              </p:ext>
            </p:extLst>
          </p:nvPr>
        </p:nvGraphicFramePr>
        <p:xfrm>
          <a:off x="7627144" y="5049139"/>
          <a:ext cx="4119418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6D06EE0-32A6-FD31-E420-5A1F5C87EECB}"/>
              </a:ext>
            </a:extLst>
          </p:cNvPr>
          <p:cNvSpPr txBox="1"/>
          <p:nvPr/>
        </p:nvSpPr>
        <p:spPr>
          <a:xfrm>
            <a:off x="7627145" y="4621958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4546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4EF05-F480-E6C8-2DDD-E7480D885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98BB-974C-2725-9185-AA81BC40F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85CF3-F9EB-1298-7629-57B43D22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43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800EB1-67E9-D7D4-5DFC-5B77F947A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273377"/>
              </p:ext>
            </p:extLst>
          </p:nvPr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PubKeyA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PubKeyB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PubKeyC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1BB417-5CD3-E1AD-F844-219F9D0B3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173067"/>
              </p:ext>
            </p:extLst>
          </p:nvPr>
        </p:nvGraphicFramePr>
        <p:xfrm>
          <a:off x="7627144" y="5062569"/>
          <a:ext cx="4119418" cy="149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FCA43FA-ABB7-AE7A-0965-B85DCA8850D4}"/>
              </a:ext>
            </a:extLst>
          </p:cNvPr>
          <p:cNvSpPr txBox="1"/>
          <p:nvPr/>
        </p:nvSpPr>
        <p:spPr>
          <a:xfrm>
            <a:off x="7627145" y="4635388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B54482-FD31-786F-B073-2E087068E394}"/>
              </a:ext>
            </a:extLst>
          </p:cNvPr>
          <p:cNvSpPr txBox="1"/>
          <p:nvPr/>
        </p:nvSpPr>
        <p:spPr>
          <a:xfrm>
            <a:off x="4874124" y="1550134"/>
            <a:ext cx="55382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Push all items in the witness on the stack except the last item, which is the witness script</a:t>
            </a:r>
          </a:p>
        </p:txBody>
      </p:sp>
    </p:spTree>
    <p:extLst>
      <p:ext uri="{BB962C8B-B14F-4D97-AF65-F5344CB8AC3E}">
        <p14:creationId xmlns:p14="http://schemas.microsoft.com/office/powerpoint/2010/main" val="396644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77C4C-B679-4055-51C2-81038E883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FEF8-7BBA-761F-1E45-966CD0F7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03A79-83CB-5FB1-272B-A48542F5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E460DF-BBB3-9F19-F65D-062036B2C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19462"/>
              </p:ext>
            </p:extLst>
          </p:nvPr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5"/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PubKeyA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PubKeyB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PubKeyC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8512DF-1BF0-6E58-701D-A22C33545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155072"/>
              </p:ext>
            </p:extLst>
          </p:nvPr>
        </p:nvGraphicFramePr>
        <p:xfrm>
          <a:off x="7627144" y="5062569"/>
          <a:ext cx="4119418" cy="149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3A2C66B-049F-1D48-D7AA-FA72A803F597}"/>
              </a:ext>
            </a:extLst>
          </p:cNvPr>
          <p:cNvSpPr txBox="1"/>
          <p:nvPr/>
        </p:nvSpPr>
        <p:spPr>
          <a:xfrm>
            <a:off x="7627145" y="4635388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5074E-EB2D-410E-0021-B87FED6A8940}"/>
              </a:ext>
            </a:extLst>
          </p:cNvPr>
          <p:cNvSpPr txBox="1"/>
          <p:nvPr/>
        </p:nvSpPr>
        <p:spPr>
          <a:xfrm>
            <a:off x="4874124" y="1550134"/>
            <a:ext cx="55382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Push all items in the witness on the stack except the last item, which is the witness script</a:t>
            </a:r>
          </a:p>
        </p:txBody>
      </p:sp>
    </p:spTree>
    <p:extLst>
      <p:ext uri="{BB962C8B-B14F-4D97-AF65-F5344CB8AC3E}">
        <p14:creationId xmlns:p14="http://schemas.microsoft.com/office/powerpoint/2010/main" val="296896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29553-4CAE-D603-2599-28C54E3B7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65AF-01E3-9541-3B5D-8EA9FD10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2DC70-28CB-273C-7A43-40331BC9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975EE8-02FA-31E8-9080-35CAC82FD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955084"/>
              </p:ext>
            </p:extLst>
          </p:nvPr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5"/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PubKeyA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PubKeyB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PubKeyC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4C1D0F-2EF5-30E1-DDA2-3171FB42C7E6}"/>
              </a:ext>
            </a:extLst>
          </p:cNvPr>
          <p:cNvGraphicFramePr>
            <a:graphicFrameLocks noGrp="1"/>
          </p:cNvGraphicFramePr>
          <p:nvPr/>
        </p:nvGraphicFramePr>
        <p:xfrm>
          <a:off x="7627144" y="5062569"/>
          <a:ext cx="4119418" cy="149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86A6BBE-8C88-2BDE-387D-8A05D672C8F9}"/>
              </a:ext>
            </a:extLst>
          </p:cNvPr>
          <p:cNvSpPr txBox="1"/>
          <p:nvPr/>
        </p:nvSpPr>
        <p:spPr>
          <a:xfrm>
            <a:off x="7627145" y="4635388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875DE7-DEB6-C45F-4152-3B064164C9DE}"/>
              </a:ext>
            </a:extLst>
          </p:cNvPr>
          <p:cNvSpPr txBox="1"/>
          <p:nvPr/>
        </p:nvSpPr>
        <p:spPr>
          <a:xfrm>
            <a:off x="4874124" y="1550134"/>
            <a:ext cx="55382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Push all items in the witness on the stack except the last item, which is the witness script</a:t>
            </a:r>
          </a:p>
        </p:txBody>
      </p:sp>
    </p:spTree>
    <p:extLst>
      <p:ext uri="{BB962C8B-B14F-4D97-AF65-F5344CB8AC3E}">
        <p14:creationId xmlns:p14="http://schemas.microsoft.com/office/powerpoint/2010/main" val="12791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9C0C0-9511-50EA-1641-85AFE1228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56F7D-1ED9-5A62-2D85-099E1ECB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E2979-0386-5C5F-838B-D7E34E8D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BFE6B0-9292-8262-6F4F-F8B3A718C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599136"/>
              </p:ext>
            </p:extLst>
          </p:nvPr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5"/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PubKeyA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PubKeyB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PubKeyC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F7AE1F0-1A79-0414-611D-6228D2B07085}"/>
              </a:ext>
            </a:extLst>
          </p:cNvPr>
          <p:cNvSpPr txBox="1"/>
          <p:nvPr/>
        </p:nvSpPr>
        <p:spPr>
          <a:xfrm>
            <a:off x="4874124" y="1550134"/>
            <a:ext cx="5538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Execute the witness script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971134C-2D3D-0C60-67BB-6B0DD7C2A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702513"/>
              </p:ext>
            </p:extLst>
          </p:nvPr>
        </p:nvGraphicFramePr>
        <p:xfrm>
          <a:off x="7627144" y="5062569"/>
          <a:ext cx="4119418" cy="149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09B0B9D-4208-713E-4B46-2540D1262B63}"/>
              </a:ext>
            </a:extLst>
          </p:cNvPr>
          <p:cNvSpPr txBox="1"/>
          <p:nvPr/>
        </p:nvSpPr>
        <p:spPr>
          <a:xfrm>
            <a:off x="7627145" y="4635388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95450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47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437290"/>
              </p:ext>
            </p:extLst>
          </p:nvPr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PubKeyA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PubKeyB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PubKeyC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C510F01-9120-2342-AC61-C3EFEEE3D2F4}"/>
              </a:ext>
            </a:extLst>
          </p:cNvPr>
          <p:cNvSpPr txBox="1"/>
          <p:nvPr/>
        </p:nvSpPr>
        <p:spPr>
          <a:xfrm>
            <a:off x="4874124" y="1550134"/>
            <a:ext cx="5538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Execute the witness script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169E73-C927-69E8-D044-D8B1E3121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537394"/>
              </p:ext>
            </p:extLst>
          </p:nvPr>
        </p:nvGraphicFramePr>
        <p:xfrm>
          <a:off x="7627144" y="5062569"/>
          <a:ext cx="4119418" cy="149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rgbClr val="107E54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01B24A0-70DA-AEDA-8023-E21CD8748FCC}"/>
              </a:ext>
            </a:extLst>
          </p:cNvPr>
          <p:cNvSpPr txBox="1"/>
          <p:nvPr/>
        </p:nvSpPr>
        <p:spPr>
          <a:xfrm>
            <a:off x="7627145" y="4635388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0660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48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945275"/>
              </p:ext>
            </p:extLst>
          </p:nvPr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</a:rPr>
                        <a:t>PubKeyA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PubKeyB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PubKeyC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9BDBE4-79A4-8943-0C72-FF77B29FE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489170"/>
              </p:ext>
            </p:extLst>
          </p:nvPr>
        </p:nvGraphicFramePr>
        <p:xfrm>
          <a:off x="7627144" y="4698776"/>
          <a:ext cx="4119418" cy="186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124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21F95EE-B5E3-A536-4FE2-9073ADCF016B}"/>
              </a:ext>
            </a:extLst>
          </p:cNvPr>
          <p:cNvSpPr txBox="1"/>
          <p:nvPr/>
        </p:nvSpPr>
        <p:spPr>
          <a:xfrm>
            <a:off x="7612474" y="4242100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041210-368D-B6DD-8046-EAA1144C3C69}"/>
              </a:ext>
            </a:extLst>
          </p:cNvPr>
          <p:cNvSpPr txBox="1"/>
          <p:nvPr/>
        </p:nvSpPr>
        <p:spPr>
          <a:xfrm>
            <a:off x="4874124" y="1550134"/>
            <a:ext cx="5538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Execute the witness script</a:t>
            </a:r>
          </a:p>
        </p:txBody>
      </p:sp>
    </p:spTree>
    <p:extLst>
      <p:ext uri="{BB962C8B-B14F-4D97-AF65-F5344CB8AC3E}">
        <p14:creationId xmlns:p14="http://schemas.microsoft.com/office/powerpoint/2010/main" val="277028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49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709551"/>
              </p:ext>
            </p:extLst>
          </p:nvPr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5"/>
                          </a:solidFill>
                        </a:rPr>
                        <a:t>PubKeyB</a:t>
                      </a: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rgbClr val="FF3300"/>
                          </a:solidFill>
                        </a:rPr>
                        <a:t>PubKeyC</a:t>
                      </a:r>
                      <a:r>
                        <a:rPr lang="en-US" sz="2000" dirty="0">
                          <a:solidFill>
                            <a:srgbClr val="FF3300"/>
                          </a:solidFill>
                        </a:rPr>
                        <a:t>&gt;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2EFB32-D232-6A30-A039-2B4B1F57C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242446"/>
              </p:ext>
            </p:extLst>
          </p:nvPr>
        </p:nvGraphicFramePr>
        <p:xfrm>
          <a:off x="7627144" y="4344813"/>
          <a:ext cx="4119418" cy="223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61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124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A227608-7FD7-1DCE-FEFE-7F485007A62A}"/>
              </a:ext>
            </a:extLst>
          </p:cNvPr>
          <p:cNvSpPr txBox="1"/>
          <p:nvPr/>
        </p:nvSpPr>
        <p:spPr>
          <a:xfrm>
            <a:off x="7612474" y="3937299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B009AC-DF2E-6F8B-D427-BA81E3954CBF}"/>
              </a:ext>
            </a:extLst>
          </p:cNvPr>
          <p:cNvSpPr txBox="1"/>
          <p:nvPr/>
        </p:nvSpPr>
        <p:spPr>
          <a:xfrm>
            <a:off x="4874124" y="1550134"/>
            <a:ext cx="5538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Execute the witness script</a:t>
            </a:r>
          </a:p>
        </p:txBody>
      </p:sp>
    </p:spTree>
    <p:extLst>
      <p:ext uri="{BB962C8B-B14F-4D97-AF65-F5344CB8AC3E}">
        <p14:creationId xmlns:p14="http://schemas.microsoft.com/office/powerpoint/2010/main" val="376529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50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778417"/>
              </p:ext>
            </p:extLst>
          </p:nvPr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5"/>
                          </a:solidFill>
                        </a:rPr>
                        <a:t>PubKeyC</a:t>
                      </a: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D28838-61C9-881B-13F7-9102BD600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94473"/>
              </p:ext>
            </p:extLst>
          </p:nvPr>
        </p:nvGraphicFramePr>
        <p:xfrm>
          <a:off x="7627144" y="3951523"/>
          <a:ext cx="4119418" cy="2606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160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61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124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D7D61D4-FAD0-E25A-7357-A298FA95A016}"/>
              </a:ext>
            </a:extLst>
          </p:cNvPr>
          <p:cNvSpPr txBox="1"/>
          <p:nvPr/>
        </p:nvSpPr>
        <p:spPr>
          <a:xfrm>
            <a:off x="7612474" y="3553838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8C889D-ACDD-C689-E5EF-4880B813C8BE}"/>
              </a:ext>
            </a:extLst>
          </p:cNvPr>
          <p:cNvSpPr txBox="1"/>
          <p:nvPr/>
        </p:nvSpPr>
        <p:spPr>
          <a:xfrm>
            <a:off x="4874124" y="1550134"/>
            <a:ext cx="5538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Execute the witness script</a:t>
            </a:r>
          </a:p>
        </p:txBody>
      </p:sp>
    </p:spTree>
    <p:extLst>
      <p:ext uri="{BB962C8B-B14F-4D97-AF65-F5344CB8AC3E}">
        <p14:creationId xmlns:p14="http://schemas.microsoft.com/office/powerpoint/2010/main" val="268654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51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808128"/>
              </p:ext>
            </p:extLst>
          </p:nvPr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D86E5F-8390-3A11-D443-9068A71FD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8924"/>
              </p:ext>
            </p:extLst>
          </p:nvPr>
        </p:nvGraphicFramePr>
        <p:xfrm>
          <a:off x="7627144" y="3597560"/>
          <a:ext cx="4119418" cy="2976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806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160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61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124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A4CAB2A-A55E-A330-B903-24D0BE43472A}"/>
              </a:ext>
            </a:extLst>
          </p:cNvPr>
          <p:cNvSpPr txBox="1"/>
          <p:nvPr/>
        </p:nvSpPr>
        <p:spPr>
          <a:xfrm>
            <a:off x="7612474" y="3229374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366CE-FD75-33EC-26C6-91E217F88940}"/>
              </a:ext>
            </a:extLst>
          </p:cNvPr>
          <p:cNvSpPr txBox="1"/>
          <p:nvPr/>
        </p:nvSpPr>
        <p:spPr>
          <a:xfrm>
            <a:off x="4874124" y="1550134"/>
            <a:ext cx="5538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Execute the witness script</a:t>
            </a:r>
          </a:p>
        </p:txBody>
      </p:sp>
    </p:spTree>
    <p:extLst>
      <p:ext uri="{BB962C8B-B14F-4D97-AF65-F5344CB8AC3E}">
        <p14:creationId xmlns:p14="http://schemas.microsoft.com/office/powerpoint/2010/main" val="7758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52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64420"/>
              </p:ext>
            </p:extLst>
          </p:nvPr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445891-6CA2-88CD-B15B-B4F8DBA5DE0A}"/>
              </a:ext>
            </a:extLst>
          </p:cNvPr>
          <p:cNvGraphicFramePr>
            <a:graphicFrameLocks noGrp="1"/>
          </p:cNvGraphicFramePr>
          <p:nvPr/>
        </p:nvGraphicFramePr>
        <p:xfrm>
          <a:off x="7627144" y="3597560"/>
          <a:ext cx="4119418" cy="2976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806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160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61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124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A6D0B82-D07A-DCC6-4953-140B43858287}"/>
              </a:ext>
            </a:extLst>
          </p:cNvPr>
          <p:cNvSpPr txBox="1"/>
          <p:nvPr/>
        </p:nvSpPr>
        <p:spPr>
          <a:xfrm>
            <a:off x="7612474" y="3229374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12B79-E755-51BF-EC6B-7FF1598EA2BA}"/>
              </a:ext>
            </a:extLst>
          </p:cNvPr>
          <p:cNvSpPr txBox="1"/>
          <p:nvPr/>
        </p:nvSpPr>
        <p:spPr>
          <a:xfrm>
            <a:off x="4874124" y="1550134"/>
            <a:ext cx="5538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Execute the witness script</a:t>
            </a:r>
          </a:p>
        </p:txBody>
      </p:sp>
    </p:spTree>
    <p:extLst>
      <p:ext uri="{BB962C8B-B14F-4D97-AF65-F5344CB8AC3E}">
        <p14:creationId xmlns:p14="http://schemas.microsoft.com/office/powerpoint/2010/main" val="183123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11388-0BF3-1DD0-A2A8-839BD1CFA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97A3-CE25-6985-FD2C-2BF1AA9E8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3986D-E10B-5F39-6654-465863E6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53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FA47DE-C074-1387-0AB2-D23A6BF89E96}"/>
              </a:ext>
            </a:extLst>
          </p:cNvPr>
          <p:cNvGraphicFramePr>
            <a:graphicFrameLocks noGrp="1"/>
          </p:cNvGraphicFramePr>
          <p:nvPr/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92CAC7-9B1D-7002-C6D0-0E0B4CD77E56}"/>
              </a:ext>
            </a:extLst>
          </p:cNvPr>
          <p:cNvGraphicFramePr>
            <a:graphicFrameLocks noGrp="1"/>
          </p:cNvGraphicFramePr>
          <p:nvPr/>
        </p:nvGraphicFramePr>
        <p:xfrm>
          <a:off x="7627144" y="3971188"/>
          <a:ext cx="4119418" cy="2606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160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61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18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124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D3A6991-25CF-5EB2-87CE-F6471CB534F6}"/>
              </a:ext>
            </a:extLst>
          </p:cNvPr>
          <p:cNvSpPr txBox="1"/>
          <p:nvPr/>
        </p:nvSpPr>
        <p:spPr>
          <a:xfrm>
            <a:off x="7612474" y="3603002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A7B9D-CBD2-2FE6-BF9A-59EED1AD7119}"/>
              </a:ext>
            </a:extLst>
          </p:cNvPr>
          <p:cNvSpPr txBox="1"/>
          <p:nvPr/>
        </p:nvSpPr>
        <p:spPr>
          <a:xfrm>
            <a:off x="4874124" y="1550134"/>
            <a:ext cx="55382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5">
                    <a:lumMod val="75000"/>
                  </a:schemeClr>
                </a:solidFill>
              </a:rPr>
              <a:t>P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op </a:t>
            </a:r>
          </a:p>
          <a:p>
            <a:r>
              <a:rPr lang="en-US" sz="2000" dirty="0"/>
              <a:t>n = 3</a:t>
            </a:r>
          </a:p>
        </p:txBody>
      </p:sp>
    </p:spTree>
    <p:extLst>
      <p:ext uri="{BB962C8B-B14F-4D97-AF65-F5344CB8AC3E}">
        <p14:creationId xmlns:p14="http://schemas.microsoft.com/office/powerpoint/2010/main" val="192459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D0D7D-21E8-F64B-71A1-DF45CCDDB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9C0C-4DF6-5B31-251D-28B2350D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D28E8-6C66-A944-5039-4C5989E73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54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C51038-7CC4-952C-7D24-088436674821}"/>
              </a:ext>
            </a:extLst>
          </p:cNvPr>
          <p:cNvGraphicFramePr>
            <a:graphicFrameLocks noGrp="1"/>
          </p:cNvGraphicFramePr>
          <p:nvPr/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0E3D5D-0351-B2E2-3ACD-A07E9E161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435354"/>
              </p:ext>
            </p:extLst>
          </p:nvPr>
        </p:nvGraphicFramePr>
        <p:xfrm>
          <a:off x="7627144" y="5092066"/>
          <a:ext cx="4119418" cy="149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3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15A51B-9DA9-407E-6BC0-19B31C394BED}"/>
              </a:ext>
            </a:extLst>
          </p:cNvPr>
          <p:cNvSpPr txBox="1"/>
          <p:nvPr/>
        </p:nvSpPr>
        <p:spPr>
          <a:xfrm>
            <a:off x="7612474" y="4723880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08E35-B047-378E-86F5-00E9BCB996BB}"/>
              </a:ext>
            </a:extLst>
          </p:cNvPr>
          <p:cNvSpPr txBox="1"/>
          <p:nvPr/>
        </p:nvSpPr>
        <p:spPr>
          <a:xfrm>
            <a:off x="4874124" y="1550134"/>
            <a:ext cx="5538237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Pop 3 public keys</a:t>
            </a:r>
          </a:p>
          <a:p>
            <a:r>
              <a:rPr lang="en-US" sz="2000" dirty="0"/>
              <a:t>n = 3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PubKeyC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PubKeyB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PubKeyA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41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C9817-E2EF-62DF-5FAA-E1743E859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C8ED5-06BC-4790-7103-178ADBA3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677FD-82AD-0A05-7D92-BCAF5C12C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55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974D0D-A551-8ECC-96B4-DCFA2CEA7661}"/>
              </a:ext>
            </a:extLst>
          </p:cNvPr>
          <p:cNvGraphicFramePr>
            <a:graphicFrameLocks noGrp="1"/>
          </p:cNvGraphicFramePr>
          <p:nvPr/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2AAE44-B3F9-1C2C-E49F-5E0D6FAC1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673805"/>
              </p:ext>
            </p:extLst>
          </p:nvPr>
        </p:nvGraphicFramePr>
        <p:xfrm>
          <a:off x="7627144" y="5416531"/>
          <a:ext cx="4119418" cy="1122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47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01A6E3C-F034-3551-0331-05A5C008ACBB}"/>
              </a:ext>
            </a:extLst>
          </p:cNvPr>
          <p:cNvSpPr txBox="1"/>
          <p:nvPr/>
        </p:nvSpPr>
        <p:spPr>
          <a:xfrm>
            <a:off x="7612474" y="5048345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B0D29C-4A14-0F13-BC11-85890682CBD3}"/>
              </a:ext>
            </a:extLst>
          </p:cNvPr>
          <p:cNvSpPr txBox="1"/>
          <p:nvPr/>
        </p:nvSpPr>
        <p:spPr>
          <a:xfrm>
            <a:off x="4874124" y="1550134"/>
            <a:ext cx="553823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Pop</a:t>
            </a:r>
          </a:p>
          <a:p>
            <a:r>
              <a:rPr lang="en-US" sz="2000" dirty="0"/>
              <a:t>n = 3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PubKeyC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PubKeyB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PubKeyA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2000" dirty="0"/>
              <a:t>m=2</a:t>
            </a: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75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96C2A-B2F4-8572-40EA-95714BA8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AA295-05C4-07FA-3A73-CB606FEF6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8F6DA-9224-448A-D6F6-ED101376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56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314FB8-549C-7140-F936-6BF412A1EB92}"/>
              </a:ext>
            </a:extLst>
          </p:cNvPr>
          <p:cNvGraphicFramePr>
            <a:graphicFrameLocks noGrp="1"/>
          </p:cNvGraphicFramePr>
          <p:nvPr/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461AB6-929A-9D4C-6B37-26055521A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330545"/>
              </p:ext>
            </p:extLst>
          </p:nvPr>
        </p:nvGraphicFramePr>
        <p:xfrm>
          <a:off x="7627144" y="6203113"/>
          <a:ext cx="4119418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643E6CC-6280-4D2A-73D8-462C50B977CD}"/>
              </a:ext>
            </a:extLst>
          </p:cNvPr>
          <p:cNvSpPr txBox="1"/>
          <p:nvPr/>
        </p:nvSpPr>
        <p:spPr>
          <a:xfrm>
            <a:off x="7612474" y="583492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54F78-4D1D-A6F1-3C95-4B6A157A1FA1}"/>
              </a:ext>
            </a:extLst>
          </p:cNvPr>
          <p:cNvSpPr txBox="1"/>
          <p:nvPr/>
        </p:nvSpPr>
        <p:spPr>
          <a:xfrm>
            <a:off x="4874124" y="1550134"/>
            <a:ext cx="553823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Pop 2 signatures</a:t>
            </a:r>
          </a:p>
          <a:p>
            <a:r>
              <a:rPr lang="en-US" sz="2000" dirty="0"/>
              <a:t>n = 3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PubKeyC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PubKeyB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PubKeyA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2000" dirty="0"/>
              <a:t>m=2</a:t>
            </a:r>
          </a:p>
          <a:p>
            <a:r>
              <a:rPr lang="en-US" dirty="0"/>
              <a:t>&lt;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</a:rPr>
              <a:t>sigC</a:t>
            </a:r>
            <a:r>
              <a:rPr lang="en-US" dirty="0"/>
              <a:t>&gt;</a:t>
            </a:r>
            <a:r>
              <a:rPr lang="en-US" sz="1800" dirty="0">
                <a:solidFill>
                  <a:srgbClr val="0070C0"/>
                </a:solidFill>
              </a:rPr>
              <a:t>d1d6e18b3b42f9e445c8c6f….</a:t>
            </a:r>
          </a:p>
          <a:p>
            <a:r>
              <a:rPr lang="en-US" dirty="0"/>
              <a:t>&lt;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</a:rPr>
              <a:t>sigA</a:t>
            </a:r>
            <a:r>
              <a:rPr lang="en-US" dirty="0"/>
              <a:t>&gt;</a:t>
            </a:r>
            <a:r>
              <a:rPr lang="en-US" sz="1800" dirty="0">
                <a:solidFill>
                  <a:srgbClr val="0070C0"/>
                </a:solidFill>
              </a:rPr>
              <a:t>304402208a09e17ddf7f3e7….</a:t>
            </a:r>
          </a:p>
          <a:p>
            <a:pPr>
              <a:defRPr/>
            </a:pP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14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F0F3A-4503-1589-5D69-4F5D57AB4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1339-B2D2-B081-6CA2-616A173C9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9117C-6912-F615-529E-BC5896A0E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57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85314E-F24A-1BFD-4905-DDDF03D79904}"/>
              </a:ext>
            </a:extLst>
          </p:cNvPr>
          <p:cNvGraphicFramePr>
            <a:graphicFrameLocks noGrp="1"/>
          </p:cNvGraphicFramePr>
          <p:nvPr/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CCDE68-4C77-57E5-D080-D2F3A98C5BB5}"/>
              </a:ext>
            </a:extLst>
          </p:cNvPr>
          <p:cNvGraphicFramePr>
            <a:graphicFrameLocks noGrp="1"/>
          </p:cNvGraphicFramePr>
          <p:nvPr/>
        </p:nvGraphicFramePr>
        <p:xfrm>
          <a:off x="7627144" y="6203113"/>
          <a:ext cx="4119418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60288B-D7C2-A8AB-B92D-9842F2AB71DF}"/>
              </a:ext>
            </a:extLst>
          </p:cNvPr>
          <p:cNvSpPr txBox="1"/>
          <p:nvPr/>
        </p:nvSpPr>
        <p:spPr>
          <a:xfrm>
            <a:off x="7612474" y="583492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33A069-A611-A8A3-FE38-D8F9ED03AF73}"/>
              </a:ext>
            </a:extLst>
          </p:cNvPr>
          <p:cNvSpPr txBox="1"/>
          <p:nvPr/>
        </p:nvSpPr>
        <p:spPr>
          <a:xfrm>
            <a:off x="4874124" y="4364454"/>
            <a:ext cx="5538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verify(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sigC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, [A,B,C]) → </a:t>
            </a:r>
            <a:r>
              <a:rPr lang="en-US" sz="2000" dirty="0">
                <a:solidFill>
                  <a:srgbClr val="107E54"/>
                </a:solidFill>
              </a:rPr>
              <a:t>valid (matches 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0CD4C-6989-F4DD-01F9-87E60B97769D}"/>
              </a:ext>
            </a:extLst>
          </p:cNvPr>
          <p:cNvSpPr txBox="1"/>
          <p:nvPr/>
        </p:nvSpPr>
        <p:spPr>
          <a:xfrm>
            <a:off x="4874124" y="1550134"/>
            <a:ext cx="553823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000" dirty="0"/>
              <a:t>n = 3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PubKeyC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PubKeyB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PubKeyA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2000" dirty="0"/>
              <a:t>m=2</a:t>
            </a:r>
          </a:p>
          <a:p>
            <a:r>
              <a:rPr lang="en-US" dirty="0">
                <a:solidFill>
                  <a:schemeClr val="accent5"/>
                </a:solidFill>
              </a:rPr>
              <a:t>&lt;</a:t>
            </a:r>
            <a:r>
              <a:rPr lang="en-US" sz="1800" dirty="0" err="1">
                <a:solidFill>
                  <a:schemeClr val="accent5"/>
                </a:solidFill>
              </a:rPr>
              <a:t>sigC</a:t>
            </a:r>
            <a:r>
              <a:rPr lang="en-US" dirty="0">
                <a:solidFill>
                  <a:schemeClr val="accent5"/>
                </a:solidFill>
              </a:rPr>
              <a:t>&gt;</a:t>
            </a:r>
            <a:r>
              <a:rPr lang="en-US" sz="1800" dirty="0">
                <a:solidFill>
                  <a:schemeClr val="accent5"/>
                </a:solidFill>
              </a:rPr>
              <a:t>d1d6e18b3b42f9e445c8c6f….</a:t>
            </a:r>
          </a:p>
          <a:p>
            <a:r>
              <a:rPr lang="en-US" dirty="0"/>
              <a:t>&lt;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</a:rPr>
              <a:t>sigA</a:t>
            </a:r>
            <a:r>
              <a:rPr lang="en-US" dirty="0"/>
              <a:t>&gt;</a:t>
            </a:r>
            <a:r>
              <a:rPr lang="en-US" sz="1800" dirty="0">
                <a:solidFill>
                  <a:srgbClr val="0070C0"/>
                </a:solidFill>
              </a:rPr>
              <a:t>304402208a09e17ddf7f3e7….</a:t>
            </a:r>
          </a:p>
        </p:txBody>
      </p:sp>
    </p:spTree>
    <p:extLst>
      <p:ext uri="{BB962C8B-B14F-4D97-AF65-F5344CB8AC3E}">
        <p14:creationId xmlns:p14="http://schemas.microsoft.com/office/powerpoint/2010/main" val="23937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2C1B6-365F-03D1-0EAB-269BBD78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9A3B-7BCC-1111-442D-DC837A938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F91D8-CD8C-E882-B992-CB285D767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58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25A593-A454-C79E-D285-7B37DAE2D8FA}"/>
              </a:ext>
            </a:extLst>
          </p:cNvPr>
          <p:cNvGraphicFramePr>
            <a:graphicFrameLocks noGrp="1"/>
          </p:cNvGraphicFramePr>
          <p:nvPr/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F8EF3B-E4AD-2B82-3510-4D97E769AE53}"/>
              </a:ext>
            </a:extLst>
          </p:cNvPr>
          <p:cNvGraphicFramePr>
            <a:graphicFrameLocks noGrp="1"/>
          </p:cNvGraphicFramePr>
          <p:nvPr/>
        </p:nvGraphicFramePr>
        <p:xfrm>
          <a:off x="7627144" y="6203113"/>
          <a:ext cx="4119418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BBB4AFE-81F6-0062-D39B-5FDF18B91601}"/>
              </a:ext>
            </a:extLst>
          </p:cNvPr>
          <p:cNvSpPr txBox="1"/>
          <p:nvPr/>
        </p:nvSpPr>
        <p:spPr>
          <a:xfrm>
            <a:off x="7612474" y="583492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9EA39-0AB5-2310-CC6B-789F8E6530B5}"/>
              </a:ext>
            </a:extLst>
          </p:cNvPr>
          <p:cNvSpPr txBox="1"/>
          <p:nvPr/>
        </p:nvSpPr>
        <p:spPr>
          <a:xfrm>
            <a:off x="4874124" y="4364454"/>
            <a:ext cx="55382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verify(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sigC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, [A,B,C]) → </a:t>
            </a:r>
            <a:r>
              <a:rPr lang="en-US" sz="2000" dirty="0">
                <a:solidFill>
                  <a:srgbClr val="107E54"/>
                </a:solidFill>
              </a:rPr>
              <a:t>valid (matches C)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verify(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sigA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, [A,B,C]) → </a:t>
            </a:r>
            <a:r>
              <a:rPr lang="en-US" sz="2000" dirty="0">
                <a:solidFill>
                  <a:srgbClr val="107E54"/>
                </a:solidFill>
              </a:rPr>
              <a:t>valid (matches 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D4FCA0-BF7C-E4E2-93C7-3EE453410729}"/>
              </a:ext>
            </a:extLst>
          </p:cNvPr>
          <p:cNvSpPr txBox="1"/>
          <p:nvPr/>
        </p:nvSpPr>
        <p:spPr>
          <a:xfrm>
            <a:off x="4874124" y="1550134"/>
            <a:ext cx="553823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000" dirty="0"/>
              <a:t>n = 3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PubKeyC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PubKeyB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PubKeyA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2000" dirty="0"/>
              <a:t>m=2</a:t>
            </a:r>
          </a:p>
          <a:p>
            <a:r>
              <a:rPr lang="en-US" dirty="0"/>
              <a:t>&lt;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</a:rPr>
              <a:t>sigC</a:t>
            </a:r>
            <a:r>
              <a:rPr lang="en-US" dirty="0"/>
              <a:t>&gt;</a:t>
            </a:r>
            <a:r>
              <a:rPr lang="en-US" sz="1800" dirty="0">
                <a:solidFill>
                  <a:srgbClr val="0070C0"/>
                </a:solidFill>
              </a:rPr>
              <a:t>d1d6e18b3b42f9e445c8c6f….</a:t>
            </a:r>
          </a:p>
          <a:p>
            <a:r>
              <a:rPr lang="en-US" dirty="0">
                <a:solidFill>
                  <a:schemeClr val="accent5"/>
                </a:solidFill>
              </a:rPr>
              <a:t>&lt;</a:t>
            </a:r>
            <a:r>
              <a:rPr lang="en-US" sz="1800" dirty="0" err="1">
                <a:solidFill>
                  <a:schemeClr val="accent5"/>
                </a:solidFill>
              </a:rPr>
              <a:t>sigA</a:t>
            </a:r>
            <a:r>
              <a:rPr lang="en-US" dirty="0">
                <a:solidFill>
                  <a:schemeClr val="accent5"/>
                </a:solidFill>
              </a:rPr>
              <a:t>&gt;</a:t>
            </a:r>
            <a:r>
              <a:rPr lang="en-US" sz="1800" dirty="0">
                <a:solidFill>
                  <a:schemeClr val="accent5"/>
                </a:solidFill>
              </a:rPr>
              <a:t>304402208a09e17ddf7f3e7….</a:t>
            </a:r>
          </a:p>
        </p:txBody>
      </p:sp>
    </p:spTree>
    <p:extLst>
      <p:ext uri="{BB962C8B-B14F-4D97-AF65-F5344CB8AC3E}">
        <p14:creationId xmlns:p14="http://schemas.microsoft.com/office/powerpoint/2010/main" val="148643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74366-D39A-07E0-A90A-CE487565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6FE8-A4F8-F951-260F-9D1A489C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E35AE-DFC5-E7FA-E1D5-281EDF675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59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9571A4-7D16-3E36-A7A1-51554EAA6792}"/>
              </a:ext>
            </a:extLst>
          </p:cNvPr>
          <p:cNvGraphicFramePr>
            <a:graphicFrameLocks noGrp="1"/>
          </p:cNvGraphicFramePr>
          <p:nvPr/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C5C7B5-D76C-BDAF-C0D2-2664E3235791}"/>
              </a:ext>
            </a:extLst>
          </p:cNvPr>
          <p:cNvGraphicFramePr>
            <a:graphicFrameLocks noGrp="1"/>
          </p:cNvGraphicFramePr>
          <p:nvPr/>
        </p:nvGraphicFramePr>
        <p:xfrm>
          <a:off x="7627144" y="6203113"/>
          <a:ext cx="4119418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89CE5F-4061-DC6B-DE50-888EF8FC3F1A}"/>
              </a:ext>
            </a:extLst>
          </p:cNvPr>
          <p:cNvSpPr txBox="1"/>
          <p:nvPr/>
        </p:nvSpPr>
        <p:spPr>
          <a:xfrm>
            <a:off x="7612474" y="583492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5A7F9D-DA42-09EC-3834-1FCB4329B222}"/>
              </a:ext>
            </a:extLst>
          </p:cNvPr>
          <p:cNvSpPr txBox="1"/>
          <p:nvPr/>
        </p:nvSpPr>
        <p:spPr>
          <a:xfrm>
            <a:off x="4874124" y="4364454"/>
            <a:ext cx="55382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verify(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sigC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, [A,B,C]) → </a:t>
            </a:r>
            <a:r>
              <a:rPr lang="en-US" sz="2000" dirty="0">
                <a:solidFill>
                  <a:srgbClr val="107E54"/>
                </a:solidFill>
              </a:rPr>
              <a:t>valid (matches C)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verify(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sigA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, [A,B,C]) → </a:t>
            </a:r>
            <a:r>
              <a:rPr lang="en-US" sz="2000" dirty="0">
                <a:solidFill>
                  <a:srgbClr val="107E54"/>
                </a:solidFill>
              </a:rPr>
              <a:t>valid (matches A)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count(valid) = 2 = m → </a:t>
            </a:r>
            <a:r>
              <a:rPr lang="en-US" sz="2000" dirty="0">
                <a:solidFill>
                  <a:srgbClr val="107E54"/>
                </a:solidFill>
              </a:rPr>
              <a:t>success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8FA51F-9216-1F76-EC23-F77CC591A10C}"/>
              </a:ext>
            </a:extLst>
          </p:cNvPr>
          <p:cNvSpPr txBox="1"/>
          <p:nvPr/>
        </p:nvSpPr>
        <p:spPr>
          <a:xfrm>
            <a:off x="4874124" y="1550134"/>
            <a:ext cx="553823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000" dirty="0"/>
              <a:t>n = 3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PubKeyC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PubKeyB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1800" dirty="0">
                <a:solidFill>
                  <a:srgbClr val="FF3300"/>
                </a:solidFill>
              </a:rPr>
              <a:t>&lt;</a:t>
            </a:r>
            <a:r>
              <a:rPr lang="en-US" sz="1800" dirty="0" err="1">
                <a:solidFill>
                  <a:srgbClr val="FF3300"/>
                </a:solidFill>
              </a:rPr>
              <a:t>PubKeyA</a:t>
            </a:r>
            <a:r>
              <a:rPr lang="en-US" sz="1800" dirty="0">
                <a:solidFill>
                  <a:srgbClr val="FF3300"/>
                </a:solidFill>
              </a:rPr>
              <a:t>&gt;</a:t>
            </a:r>
          </a:p>
          <a:p>
            <a:pPr>
              <a:defRPr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m=2</a:t>
            </a:r>
          </a:p>
          <a:p>
            <a:r>
              <a:rPr lang="en-US" dirty="0"/>
              <a:t>&lt;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</a:rPr>
              <a:t>sigC</a:t>
            </a:r>
            <a:r>
              <a:rPr lang="en-US" dirty="0"/>
              <a:t>&gt;</a:t>
            </a:r>
            <a:r>
              <a:rPr lang="en-US" sz="1800" dirty="0">
                <a:solidFill>
                  <a:srgbClr val="0070C0"/>
                </a:solidFill>
              </a:rPr>
              <a:t>d1d6e18b3b42f9e445c8c6f….</a:t>
            </a:r>
          </a:p>
          <a:p>
            <a:r>
              <a:rPr lang="en-US" dirty="0"/>
              <a:t>&lt;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</a:rPr>
              <a:t>sigA</a:t>
            </a:r>
            <a:r>
              <a:rPr lang="en-US" dirty="0"/>
              <a:t>&gt;</a:t>
            </a:r>
            <a:r>
              <a:rPr lang="en-US" sz="1800" dirty="0">
                <a:solidFill>
                  <a:srgbClr val="0070C0"/>
                </a:solidFill>
              </a:rPr>
              <a:t>304402208a09e17ddf7f3e7….</a:t>
            </a:r>
          </a:p>
        </p:txBody>
      </p:sp>
    </p:spTree>
    <p:extLst>
      <p:ext uri="{BB962C8B-B14F-4D97-AF65-F5344CB8AC3E}">
        <p14:creationId xmlns:p14="http://schemas.microsoft.com/office/powerpoint/2010/main" val="305744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8A1F2-BCC5-EAB9-ADE5-2A4A01A45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D3C-AA92-B5EA-8EC6-556DB757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Mutisig</a:t>
            </a:r>
            <a:r>
              <a:rPr lang="en-US" dirty="0"/>
              <a:t> Execution – P2WSH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C5E6F-34A5-87BC-D0D0-B4DBA9DB8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60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EC4058-2A89-A073-77AF-3A4CD7D46F29}"/>
              </a:ext>
            </a:extLst>
          </p:cNvPr>
          <p:cNvGraphicFramePr>
            <a:graphicFrameLocks noGrp="1"/>
          </p:cNvGraphicFramePr>
          <p:nvPr/>
        </p:nvGraphicFramePr>
        <p:xfrm>
          <a:off x="323006" y="1116446"/>
          <a:ext cx="4431212" cy="5219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121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</a:tblGrid>
              <a:tr h="5219314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Witness: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20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20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OP_2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PubKeyA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PubKeyB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200" dirty="0" err="1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PubKeyC</a:t>
                      </a:r>
                      <a:r>
                        <a:rPr lang="en-US" sz="2000" kern="1200" dirty="0">
                          <a:solidFill>
                            <a:srgbClr val="FF3300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OP_3  </a:t>
                      </a:r>
                    </a:p>
                    <a:p>
                      <a:pPr marL="457189" lvl="1" algn="l" defTabSz="685783" rtl="0" eaLnBrk="1" latinLnBrk="0" hangingPunct="1"/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OP_CHECKMULTISIG</a:t>
                      </a:r>
                      <a:endParaRPr lang="en-US" sz="2000" kern="120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86D2E0-9C12-C3B0-5DA3-05C8800DF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051096"/>
              </p:ext>
            </p:extLst>
          </p:nvPr>
        </p:nvGraphicFramePr>
        <p:xfrm>
          <a:off x="7627144" y="6203113"/>
          <a:ext cx="4119418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9418">
                  <a:extLst>
                    <a:ext uri="{9D8B030D-6E8A-4147-A177-3AD203B41FA5}">
                      <a16:colId xmlns:a16="http://schemas.microsoft.com/office/drawing/2014/main" val="410351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</a:t>
                      </a:r>
                      <a:r>
                        <a:rPr lang="en-US" dirty="0"/>
                        <a:t>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3757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00A877B-2222-C44B-D29A-3CB91DA46F0D}"/>
              </a:ext>
            </a:extLst>
          </p:cNvPr>
          <p:cNvSpPr txBox="1"/>
          <p:nvPr/>
        </p:nvSpPr>
        <p:spPr>
          <a:xfrm>
            <a:off x="7612474" y="5834927"/>
            <a:ext cx="41194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3CC586-D24A-D46A-16BB-BC5CF0FCCB2E}"/>
              </a:ext>
            </a:extLst>
          </p:cNvPr>
          <p:cNvSpPr txBox="1"/>
          <p:nvPr/>
        </p:nvSpPr>
        <p:spPr>
          <a:xfrm>
            <a:off x="4874124" y="4364454"/>
            <a:ext cx="55382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verify(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sigC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, [A,B,C]) → </a:t>
            </a:r>
            <a:r>
              <a:rPr lang="en-US" sz="2000" dirty="0">
                <a:solidFill>
                  <a:srgbClr val="107E54"/>
                </a:solidFill>
              </a:rPr>
              <a:t>valid (matches C)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verify(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sigA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, [A,B,C]) → </a:t>
            </a:r>
            <a:r>
              <a:rPr lang="en-US" sz="2000" dirty="0">
                <a:solidFill>
                  <a:srgbClr val="107E54"/>
                </a:solidFill>
              </a:rPr>
              <a:t>valid (matches A)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count(valid) = 2 = m → </a:t>
            </a:r>
            <a:r>
              <a:rPr lang="en-US" sz="2000" dirty="0">
                <a:solidFill>
                  <a:srgbClr val="107E54"/>
                </a:solidFill>
              </a:rPr>
              <a:t>success</a:t>
            </a:r>
          </a:p>
          <a:p>
            <a:endParaRPr lang="en-US" sz="2000" dirty="0">
              <a:solidFill>
                <a:srgbClr val="107E54"/>
              </a:solidFill>
            </a:endParaRP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POP 0 (CHECKMULTISIG bug), then PUSH TRUE</a:t>
            </a:r>
          </a:p>
        </p:txBody>
      </p:sp>
    </p:spTree>
    <p:extLst>
      <p:ext uri="{BB962C8B-B14F-4D97-AF65-F5344CB8AC3E}">
        <p14:creationId xmlns:p14="http://schemas.microsoft.com/office/powerpoint/2010/main" val="378657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540F9-68F2-F54B-DFE0-5D3807581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57B9-CCBB-C232-7AFE-1154AC6D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Multisig</a:t>
            </a:r>
            <a:r>
              <a:rPr lang="en-US" dirty="0"/>
              <a:t> Transaction –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8271A-CE1F-91EF-CE74-FEAE4FFC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61</a:t>
            </a:fld>
            <a:endParaRPr lang="aa-ET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E51370-4ADC-6528-99EC-0A073E1120F3}"/>
              </a:ext>
            </a:extLst>
          </p:cNvPr>
          <p:cNvGraphicFramePr>
            <a:graphicFrameLocks noGrp="1"/>
          </p:cNvGraphicFramePr>
          <p:nvPr/>
        </p:nvGraphicFramePr>
        <p:xfrm>
          <a:off x="641837" y="1141574"/>
          <a:ext cx="11060724" cy="374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0362">
                  <a:extLst>
                    <a:ext uri="{9D8B030D-6E8A-4147-A177-3AD203B41FA5}">
                      <a16:colId xmlns:a16="http://schemas.microsoft.com/office/drawing/2014/main" val="1140733200"/>
                    </a:ext>
                  </a:extLst>
                </a:gridCol>
                <a:gridCol w="5530362">
                  <a:extLst>
                    <a:ext uri="{9D8B030D-6E8A-4147-A177-3AD203B41FA5}">
                      <a16:colId xmlns:a16="http://schemas.microsoft.com/office/drawing/2014/main" val="3112103915"/>
                    </a:ext>
                  </a:extLst>
                </a:gridCol>
              </a:tblGrid>
              <a:tr h="17950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INPUT</a:t>
                      </a:r>
                    </a:p>
                    <a:p>
                      <a:pPr algn="ctr"/>
                      <a:endParaRPr lang="en-US" sz="700" dirty="0"/>
                    </a:p>
                    <a:p>
                      <a:pPr algn="ctr"/>
                      <a:r>
                        <a:rPr lang="en-US" sz="1800" dirty="0"/>
                        <a:t>Prev.</a:t>
                      </a:r>
                      <a:r>
                        <a:rPr lang="en-US" sz="1800" baseline="0" dirty="0"/>
                        <a:t> Trans. ID:</a:t>
                      </a:r>
                    </a:p>
                    <a:p>
                      <a:pPr algn="l"/>
                      <a:r>
                        <a:rPr lang="en-US" sz="1800" baseline="0" dirty="0">
                          <a:solidFill>
                            <a:srgbClr val="0070C0"/>
                          </a:solidFill>
                        </a:rPr>
                        <a:t>0f07ec1c3738873cd6336f0e2c92094bf08d0ad3bce8aba0efa2eb9d172fd60c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Index: 0</a:t>
                      </a:r>
                    </a:p>
                    <a:p>
                      <a:pPr algn="l"/>
                      <a:endParaRPr lang="en-US" sz="11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 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Value: 0.00025302 BTC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scriptPubKey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00  14  2fa9c4b9585b74fd5fd8c92fd4e32824b531e515</a:t>
                      </a:r>
                    </a:p>
                    <a:p>
                      <a:pPr marL="0" algn="l" defTabSz="685783" rtl="0" eaLnBrk="1" latinLnBrk="0" hangingPunct="1"/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70249"/>
                  </a:ext>
                </a:extLst>
              </a:tr>
              <a:tr h="101903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Witness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OP_0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304402208a09e17ddf7f3e7….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sigC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en-US" sz="18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d1d6e18b3b42f9e445c8c6f….</a:t>
                      </a:r>
                    </a:p>
                    <a:p>
                      <a:pPr marL="0" algn="l" defTabSz="685783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witnessScript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 OP_2 </a:t>
                      </a:r>
                      <a:r>
                        <a:rPr lang="en-US" sz="1800" dirty="0">
                          <a:solidFill>
                            <a:srgbClr val="FF3300"/>
                          </a:solidFill>
                        </a:rPr>
                        <a:t>&lt;</a:t>
                      </a:r>
                      <a:r>
                        <a:rPr lang="en-US" sz="1800" dirty="0" err="1">
                          <a:solidFill>
                            <a:srgbClr val="FF3300"/>
                          </a:solidFill>
                        </a:rPr>
                        <a:t>PubKeyA</a:t>
                      </a:r>
                      <a:r>
                        <a:rPr lang="en-US" sz="1800" dirty="0">
                          <a:solidFill>
                            <a:srgbClr val="FF3300"/>
                          </a:solidFill>
                        </a:rPr>
                        <a:t>&gt; &lt;</a:t>
                      </a:r>
                      <a:r>
                        <a:rPr lang="en-US" sz="1800" dirty="0" err="1">
                          <a:solidFill>
                            <a:srgbClr val="FF3300"/>
                          </a:solidFill>
                        </a:rPr>
                        <a:t>PubKeyB</a:t>
                      </a:r>
                      <a:r>
                        <a:rPr lang="en-US" sz="1800" dirty="0">
                          <a:solidFill>
                            <a:srgbClr val="FF3300"/>
                          </a:solidFill>
                        </a:rPr>
                        <a:t>&gt; &lt;</a:t>
                      </a:r>
                      <a:r>
                        <a:rPr lang="en-US" sz="1800" dirty="0" err="1">
                          <a:solidFill>
                            <a:srgbClr val="FF3300"/>
                          </a:solidFill>
                        </a:rPr>
                        <a:t>PubKeyC</a:t>
                      </a:r>
                      <a:r>
                        <a:rPr lang="en-US" sz="1800" dirty="0">
                          <a:solidFill>
                            <a:srgbClr val="FF3300"/>
                          </a:solidFill>
                        </a:rPr>
                        <a:t>&gt;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OP_3  OP_CHECKMULTISIG</a:t>
                      </a:r>
                      <a:endParaRPr lang="en-US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2822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17446E-0C7F-A809-E501-F12ECCE63E16}"/>
              </a:ext>
            </a:extLst>
          </p:cNvPr>
          <p:cNvSpPr txBox="1"/>
          <p:nvPr/>
        </p:nvSpPr>
        <p:spPr>
          <a:xfrm>
            <a:off x="2486668" y="1972995"/>
            <a:ext cx="2032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FF0000"/>
                </a:solidFill>
              </a:rPr>
              <a:t>Multisig</a:t>
            </a:r>
            <a:r>
              <a:rPr lang="en-US" sz="2000" dirty="0">
                <a:solidFill>
                  <a:srgbClr val="FF0000"/>
                </a:solidFill>
              </a:rPr>
              <a:t> trans.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0351D-E6BD-BD90-6B8D-3B07AAA1A117}"/>
              </a:ext>
            </a:extLst>
          </p:cNvPr>
          <p:cNvSpPr txBox="1"/>
          <p:nvPr/>
        </p:nvSpPr>
        <p:spPr>
          <a:xfrm>
            <a:off x="3224981" y="5555226"/>
            <a:ext cx="5525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107E54"/>
                </a:solidFill>
              </a:rPr>
              <a:t>Transaction validated!!</a:t>
            </a:r>
            <a:endParaRPr lang="en-US" dirty="0">
              <a:solidFill>
                <a:srgbClr val="107E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55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305A-0ABB-0AE0-0F96-1EC6A9A4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Bitcoin Transaction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EA990-B318-EEA8-9145-FC33B41B6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8967"/>
            <a:ext cx="10645877" cy="482799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How can you verify the correctness of a transaction, included in some block?</a:t>
            </a:r>
          </a:p>
          <a:p>
            <a:pPr lvl="1"/>
            <a:r>
              <a:rPr lang="en-GB" dirty="0"/>
              <a:t>e.g., a vendor would like to verify the following customer transaction before delivering the merchandize</a:t>
            </a:r>
          </a:p>
          <a:p>
            <a:pPr lvl="2"/>
            <a:r>
              <a:rPr lang="en-GB" dirty="0"/>
              <a:t>TXID: 7b9ab087c86818551aa77f59bb2c35bd774abed7fcb19c7e840b502b2604271c</a:t>
            </a:r>
          </a:p>
          <a:p>
            <a:pPr lvl="2"/>
            <a:r>
              <a:rPr lang="en-GB" dirty="0"/>
              <a:t>Block No. 720,518</a:t>
            </a:r>
          </a:p>
          <a:p>
            <a:pPr lvl="1"/>
            <a:r>
              <a:rPr lang="en-GB" b="1" dirty="0"/>
              <a:t>Verification Steps</a:t>
            </a:r>
          </a:p>
          <a:p>
            <a:pPr marL="1371577" lvl="2" indent="-457200">
              <a:buAutoNum type="arabicPeriod"/>
            </a:pPr>
            <a:r>
              <a:rPr lang="en-GB" b="1" dirty="0"/>
              <a:t>Check Inclusion</a:t>
            </a:r>
          </a:p>
          <a:p>
            <a:pPr lvl="3"/>
            <a:r>
              <a:rPr lang="en-GB" dirty="0"/>
              <a:t>Confirm that the transaction with this TXID is part of Block No. 720,518</a:t>
            </a:r>
          </a:p>
          <a:p>
            <a:pPr marL="1371577" lvl="2" indent="-457200">
              <a:buAutoNum type="arabicPeriod"/>
            </a:pPr>
            <a:r>
              <a:rPr lang="en-GB" b="1" dirty="0"/>
              <a:t>Validate Block Integrity</a:t>
            </a:r>
          </a:p>
          <a:p>
            <a:pPr lvl="3"/>
            <a:r>
              <a:rPr lang="en-GB" dirty="0"/>
              <a:t>Ensure this transaction’s hash contributes to the overall block hash</a:t>
            </a:r>
          </a:p>
          <a:p>
            <a:pPr lvl="3"/>
            <a:r>
              <a:rPr lang="en-GB" dirty="0"/>
              <a:t>This guarantees that if the transaction were missing or altered, the block hash would no longer match</a:t>
            </a:r>
          </a:p>
          <a:p>
            <a:pPr marL="914377" lvl="2" indent="0">
              <a:buNone/>
            </a:pPr>
            <a:r>
              <a:rPr lang="en-GB" dirty="0"/>
              <a:t>3. </a:t>
            </a:r>
            <a:r>
              <a:rPr lang="en-GB" b="1" dirty="0"/>
              <a:t>Confirm Block Validity</a:t>
            </a:r>
          </a:p>
          <a:p>
            <a:pPr lvl="3"/>
            <a:r>
              <a:rPr lang="en-GB" dirty="0"/>
              <a:t>Verify that Block No. 720,518 itself is valid and part of the longest chain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42637-6BE0-CFAB-5137-062BCE727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62</a:t>
            </a:fld>
            <a:endParaRPr lang="aa-E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341FAC-268E-8AB0-663F-FB116CDF13A9}"/>
              </a:ext>
            </a:extLst>
          </p:cNvPr>
          <p:cNvSpPr/>
          <p:nvPr/>
        </p:nvSpPr>
        <p:spPr>
          <a:xfrm>
            <a:off x="2467897" y="4601497"/>
            <a:ext cx="6636774" cy="324464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1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Hash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63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53674" y="2567714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058" y="3154222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3677" y="3731493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9823" y="4687457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n</a:t>
            </a:r>
          </a:p>
        </p:txBody>
      </p:sp>
      <p:sp>
        <p:nvSpPr>
          <p:cNvPr id="11" name="Oval 10"/>
          <p:cNvSpPr/>
          <p:nvPr/>
        </p:nvSpPr>
        <p:spPr>
          <a:xfrm>
            <a:off x="2590804" y="4359569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595424" y="4558149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745344" y="2544623"/>
            <a:ext cx="1325420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0728" y="3131131"/>
            <a:ext cx="1330036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5348" y="3708402"/>
            <a:ext cx="1325417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1494" y="4664366"/>
            <a:ext cx="1339271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n)</a:t>
            </a:r>
          </a:p>
        </p:txBody>
      </p:sp>
      <p:sp>
        <p:nvSpPr>
          <p:cNvPr id="17" name="Oval 16"/>
          <p:cNvSpPr/>
          <p:nvPr/>
        </p:nvSpPr>
        <p:spPr>
          <a:xfrm>
            <a:off x="4331855" y="4299534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336475" y="4498114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3269673" y="2784767"/>
            <a:ext cx="3509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246584" y="3362037"/>
            <a:ext cx="3509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51204" y="3902363"/>
            <a:ext cx="3509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251203" y="4853711"/>
            <a:ext cx="3509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ight Brace 23"/>
          <p:cNvSpPr/>
          <p:nvPr/>
        </p:nvSpPr>
        <p:spPr>
          <a:xfrm>
            <a:off x="5384800" y="2567714"/>
            <a:ext cx="438726" cy="2410687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035965" y="3412842"/>
            <a:ext cx="1657926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Aggregate </a:t>
            </a:r>
            <a:r>
              <a:rPr lang="en-US" dirty="0" err="1"/>
              <a:t>Tx</a:t>
            </a:r>
            <a:r>
              <a:rPr lang="en-US" dirty="0"/>
              <a:t> Hash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03638" y="2484588"/>
            <a:ext cx="1657926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Prev</a:t>
            </a:r>
            <a:r>
              <a:rPr lang="en-US" dirty="0"/>
              <a:t> Block Hash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3638" y="4330776"/>
            <a:ext cx="1657926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Nonce</a:t>
            </a:r>
          </a:p>
        </p:txBody>
      </p:sp>
      <p:sp>
        <p:nvSpPr>
          <p:cNvPr id="28" name="Right Brace 27"/>
          <p:cNvSpPr/>
          <p:nvPr/>
        </p:nvSpPr>
        <p:spPr>
          <a:xfrm>
            <a:off x="7957130" y="2562020"/>
            <a:ext cx="438726" cy="2410687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645241" y="3435933"/>
            <a:ext cx="1657926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Block Hash</a:t>
            </a:r>
          </a:p>
        </p:txBody>
      </p:sp>
    </p:spTree>
    <p:extLst>
      <p:ext uri="{BB962C8B-B14F-4D97-AF65-F5344CB8AC3E}">
        <p14:creationId xmlns:p14="http://schemas.microsoft.com/office/powerpoint/2010/main" val="300785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Hash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Verify that some transaction, say </a:t>
            </a:r>
            <a:r>
              <a:rPr lang="en-US" dirty="0" err="1"/>
              <a:t>Tx</a:t>
            </a:r>
            <a:r>
              <a:rPr lang="en-US" dirty="0"/>
              <a:t> 2, is included in some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64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53674" y="2567714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058" y="3154222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3677" y="3731493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9823" y="4687457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n</a:t>
            </a:r>
          </a:p>
        </p:txBody>
      </p:sp>
      <p:sp>
        <p:nvSpPr>
          <p:cNvPr id="11" name="Oval 10"/>
          <p:cNvSpPr/>
          <p:nvPr/>
        </p:nvSpPr>
        <p:spPr>
          <a:xfrm>
            <a:off x="2590804" y="4359569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595424" y="4558149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745344" y="2544623"/>
            <a:ext cx="1325420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0728" y="3131131"/>
            <a:ext cx="1330036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5348" y="3708402"/>
            <a:ext cx="1325417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1494" y="4664366"/>
            <a:ext cx="1339271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n)</a:t>
            </a:r>
          </a:p>
        </p:txBody>
      </p:sp>
      <p:sp>
        <p:nvSpPr>
          <p:cNvPr id="17" name="Oval 16"/>
          <p:cNvSpPr/>
          <p:nvPr/>
        </p:nvSpPr>
        <p:spPr>
          <a:xfrm>
            <a:off x="4331855" y="4299534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336475" y="4498114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3269673" y="2784767"/>
            <a:ext cx="3509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246584" y="3362037"/>
            <a:ext cx="3509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251204" y="3902363"/>
            <a:ext cx="3509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251203" y="4853711"/>
            <a:ext cx="3509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ight Brace 23"/>
          <p:cNvSpPr/>
          <p:nvPr/>
        </p:nvSpPr>
        <p:spPr>
          <a:xfrm>
            <a:off x="5384800" y="2567714"/>
            <a:ext cx="438726" cy="2410687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6035965" y="3412842"/>
            <a:ext cx="1657926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Aggregate </a:t>
            </a:r>
            <a:r>
              <a:rPr lang="en-US" dirty="0" err="1"/>
              <a:t>Tx</a:t>
            </a:r>
            <a:r>
              <a:rPr lang="en-US" dirty="0"/>
              <a:t> Hash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03638" y="2484588"/>
            <a:ext cx="1657926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Prev</a:t>
            </a:r>
            <a:r>
              <a:rPr lang="en-US" dirty="0"/>
              <a:t> Block Hash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3638" y="4330776"/>
            <a:ext cx="1657926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Nonce</a:t>
            </a:r>
          </a:p>
        </p:txBody>
      </p:sp>
      <p:sp>
        <p:nvSpPr>
          <p:cNvPr id="28" name="Right Brace 27"/>
          <p:cNvSpPr/>
          <p:nvPr/>
        </p:nvSpPr>
        <p:spPr>
          <a:xfrm>
            <a:off x="7957130" y="2562020"/>
            <a:ext cx="438726" cy="2410687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645241" y="3435933"/>
            <a:ext cx="1657926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Block Hash</a:t>
            </a:r>
          </a:p>
        </p:txBody>
      </p:sp>
      <p:sp>
        <p:nvSpPr>
          <p:cNvPr id="30" name="Right Brace 29"/>
          <p:cNvSpPr/>
          <p:nvPr/>
        </p:nvSpPr>
        <p:spPr>
          <a:xfrm rot="5400000">
            <a:off x="4269290" y="4731111"/>
            <a:ext cx="263678" cy="1339271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65237" y="5763639"/>
            <a:ext cx="1657926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Aggregate </a:t>
            </a:r>
            <a:r>
              <a:rPr lang="en-US" dirty="0" err="1"/>
              <a:t>Tx</a:t>
            </a:r>
            <a:r>
              <a:rPr lang="en-US" dirty="0"/>
              <a:t> Hash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17310" y="5763640"/>
                <a:ext cx="4424218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Transaction verification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complexity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310" y="5763640"/>
                <a:ext cx="4424218" cy="384721"/>
              </a:xfrm>
              <a:prstGeom prst="rect">
                <a:avLst/>
              </a:prstGeom>
              <a:blipFill>
                <a:blip r:embed="rId2"/>
                <a:stretch>
                  <a:fillRect l="-1377" t="-7813" r="-41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Hash – </a:t>
            </a:r>
            <a:r>
              <a:rPr lang="en-US" dirty="0" err="1"/>
              <a:t>Merkle</a:t>
            </a:r>
            <a:r>
              <a:rPr lang="en-US" dirty="0"/>
              <a:t>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65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52651" y="4987676"/>
            <a:ext cx="738909" cy="5910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75710" y="4999204"/>
            <a:ext cx="738909" cy="5795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2433" y="4959928"/>
            <a:ext cx="738909" cy="6188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3)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6871" y="4959926"/>
            <a:ext cx="738909" cy="6188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4)</a:t>
            </a:r>
          </a:p>
        </p:txBody>
      </p:sp>
      <p:sp>
        <p:nvSpPr>
          <p:cNvPr id="9" name="Oval 8"/>
          <p:cNvSpPr/>
          <p:nvPr/>
        </p:nvSpPr>
        <p:spPr>
          <a:xfrm>
            <a:off x="6756410" y="4184082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982706" y="4188700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459181" y="4099870"/>
            <a:ext cx="1233056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Hash(1,2)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35850" y="4983018"/>
            <a:ext cx="1039683" cy="6325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  (</a:t>
            </a:r>
            <a:r>
              <a:rPr lang="en-US" dirty="0" err="1"/>
              <a:t>Tx</a:t>
            </a:r>
            <a:r>
              <a:rPr lang="en-US" dirty="0"/>
              <a:t> n-1)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16878" y="4983018"/>
            <a:ext cx="950132" cy="632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 (</a:t>
            </a:r>
            <a:r>
              <a:rPr lang="en-US" dirty="0" err="1"/>
              <a:t>Tx</a:t>
            </a:r>
            <a:r>
              <a:rPr lang="en-US" dirty="0"/>
              <a:t> 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0526" y="4027208"/>
            <a:ext cx="1233056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Hash(3,4)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76493" y="4109255"/>
            <a:ext cx="1595584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Hash(n-1,n)</a:t>
            </a:r>
          </a:p>
        </p:txBody>
      </p:sp>
      <p:cxnSp>
        <p:nvCxnSpPr>
          <p:cNvPr id="32" name="Straight Connector 31"/>
          <p:cNvCxnSpPr>
            <a:stCxn id="5" idx="0"/>
            <a:endCxn id="11" idx="2"/>
          </p:cNvCxnSpPr>
          <p:nvPr/>
        </p:nvCxnSpPr>
        <p:spPr>
          <a:xfrm flipV="1">
            <a:off x="2522105" y="4533979"/>
            <a:ext cx="553604" cy="4536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6" idx="0"/>
            <a:endCxn id="11" idx="2"/>
          </p:cNvCxnSpPr>
          <p:nvPr/>
        </p:nvCxnSpPr>
        <p:spPr>
          <a:xfrm flipH="1" flipV="1">
            <a:off x="3075710" y="4533979"/>
            <a:ext cx="369455" cy="4652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7" idx="0"/>
            <a:endCxn id="29" idx="2"/>
          </p:cNvCxnSpPr>
          <p:nvPr/>
        </p:nvCxnSpPr>
        <p:spPr>
          <a:xfrm flipV="1">
            <a:off x="4701888" y="4461317"/>
            <a:ext cx="595167" cy="4986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8" idx="0"/>
            <a:endCxn id="29" idx="2"/>
          </p:cNvCxnSpPr>
          <p:nvPr/>
        </p:nvCxnSpPr>
        <p:spPr>
          <a:xfrm flipH="1" flipV="1">
            <a:off x="5297055" y="4461316"/>
            <a:ext cx="379271" cy="4986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7" idx="0"/>
            <a:endCxn id="30" idx="2"/>
          </p:cNvCxnSpPr>
          <p:nvPr/>
        </p:nvCxnSpPr>
        <p:spPr>
          <a:xfrm flipV="1">
            <a:off x="8355691" y="4543364"/>
            <a:ext cx="618594" cy="4396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28" idx="0"/>
            <a:endCxn id="30" idx="2"/>
          </p:cNvCxnSpPr>
          <p:nvPr/>
        </p:nvCxnSpPr>
        <p:spPr>
          <a:xfrm flipH="1" flipV="1">
            <a:off x="8974286" y="4543363"/>
            <a:ext cx="617659" cy="4396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516746" y="3365577"/>
            <a:ext cx="1233056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 (…)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14312" y="3360960"/>
            <a:ext cx="1233056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Hash(…)</a:t>
            </a:r>
          </a:p>
        </p:txBody>
      </p:sp>
      <p:cxnSp>
        <p:nvCxnSpPr>
          <p:cNvPr id="46" name="Straight Connector 45"/>
          <p:cNvCxnSpPr>
            <a:stCxn id="11" idx="0"/>
            <a:endCxn id="43" idx="2"/>
          </p:cNvCxnSpPr>
          <p:nvPr/>
        </p:nvCxnSpPr>
        <p:spPr>
          <a:xfrm flipV="1">
            <a:off x="3075710" y="3799685"/>
            <a:ext cx="1057565" cy="3001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29" idx="0"/>
            <a:endCxn id="43" idx="2"/>
          </p:cNvCxnSpPr>
          <p:nvPr/>
        </p:nvCxnSpPr>
        <p:spPr>
          <a:xfrm flipH="1" flipV="1">
            <a:off x="4133274" y="3799685"/>
            <a:ext cx="1163780" cy="2275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30" idx="0"/>
            <a:endCxn id="44" idx="2"/>
          </p:cNvCxnSpPr>
          <p:nvPr/>
        </p:nvCxnSpPr>
        <p:spPr>
          <a:xfrm flipH="1" flipV="1">
            <a:off x="7730841" y="3795068"/>
            <a:ext cx="1243445" cy="3141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4" idx="2"/>
          </p:cNvCxnSpPr>
          <p:nvPr/>
        </p:nvCxnSpPr>
        <p:spPr>
          <a:xfrm flipH="1">
            <a:off x="6972818" y="3795068"/>
            <a:ext cx="758022" cy="3141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071342" y="2401456"/>
            <a:ext cx="1615785" cy="6113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Merkle</a:t>
            </a:r>
            <a:r>
              <a:rPr lang="en-US" dirty="0"/>
              <a:t> Root Hash</a:t>
            </a:r>
          </a:p>
        </p:txBody>
      </p:sp>
      <p:cxnSp>
        <p:nvCxnSpPr>
          <p:cNvPr id="56" name="Straight Connector 55"/>
          <p:cNvCxnSpPr>
            <a:stCxn id="44" idx="0"/>
            <a:endCxn id="53" idx="2"/>
          </p:cNvCxnSpPr>
          <p:nvPr/>
        </p:nvCxnSpPr>
        <p:spPr>
          <a:xfrm flipH="1" flipV="1">
            <a:off x="5879234" y="3012809"/>
            <a:ext cx="1851606" cy="3481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43" idx="0"/>
            <a:endCxn id="53" idx="2"/>
          </p:cNvCxnSpPr>
          <p:nvPr/>
        </p:nvCxnSpPr>
        <p:spPr>
          <a:xfrm flipV="1">
            <a:off x="4133274" y="3012808"/>
            <a:ext cx="1745960" cy="3527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8114738" y="1176544"/>
            <a:ext cx="1657926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33527" y="1194985"/>
            <a:ext cx="1657926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Prev. Block Hash</a:t>
            </a:r>
          </a:p>
        </p:txBody>
      </p:sp>
      <p:sp>
        <p:nvSpPr>
          <p:cNvPr id="69" name="Oval 68"/>
          <p:cNvSpPr/>
          <p:nvPr/>
        </p:nvSpPr>
        <p:spPr>
          <a:xfrm>
            <a:off x="6908810" y="5149280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7135106" y="5153898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2129561" y="6026761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052620" y="6038289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09343" y="5999013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83781" y="5999012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12547" y="6022104"/>
            <a:ext cx="845713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n-1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93789" y="6022103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n</a:t>
            </a:r>
          </a:p>
        </p:txBody>
      </p:sp>
      <p:sp>
        <p:nvSpPr>
          <p:cNvPr id="79" name="Oval 78"/>
          <p:cNvSpPr/>
          <p:nvPr/>
        </p:nvSpPr>
        <p:spPr>
          <a:xfrm>
            <a:off x="6885720" y="6188365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7112016" y="6192983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4913998" y="1198394"/>
            <a:ext cx="2078197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Aggregate Transaction Hash</a:t>
            </a:r>
          </a:p>
        </p:txBody>
      </p:sp>
    </p:spTree>
    <p:extLst>
      <p:ext uri="{BB962C8B-B14F-4D97-AF65-F5344CB8AC3E}">
        <p14:creationId xmlns:p14="http://schemas.microsoft.com/office/powerpoint/2010/main" val="285458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7" grpId="0" animBg="1"/>
      <p:bldP spid="28" grpId="0" animBg="1"/>
      <p:bldP spid="29" grpId="0" animBg="1"/>
      <p:bldP spid="30" grpId="0" animBg="1"/>
      <p:bldP spid="43" grpId="0" animBg="1"/>
      <p:bldP spid="44" grpId="0" animBg="1"/>
      <p:bldP spid="53" grpId="0" animBg="1"/>
      <p:bldP spid="65" grpId="0" animBg="1"/>
      <p:bldP spid="66" grpId="0" animBg="1"/>
      <p:bldP spid="69" grpId="0" animBg="1"/>
      <p:bldP spid="70" grpId="0" animBg="1"/>
      <p:bldP spid="9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Hash – </a:t>
            </a:r>
            <a:r>
              <a:rPr lang="en-US" dirty="0" err="1"/>
              <a:t>Merkle</a:t>
            </a:r>
            <a:r>
              <a:rPr lang="en-US" dirty="0"/>
              <a:t>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E8B7B-3258-47CD-BBC0-34D05FC906E5}" type="slidenum">
              <a:rPr lang="en-US" smtClean="0"/>
              <a:t>66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52651" y="4987676"/>
            <a:ext cx="738909" cy="5910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75710" y="4999204"/>
            <a:ext cx="738909" cy="5795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2433" y="4959928"/>
            <a:ext cx="738909" cy="6188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3)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6871" y="4959926"/>
            <a:ext cx="738909" cy="6188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</a:t>
            </a:r>
            <a:r>
              <a:rPr lang="en-US" dirty="0" err="1"/>
              <a:t>Tx</a:t>
            </a:r>
            <a:r>
              <a:rPr lang="en-US" dirty="0"/>
              <a:t> 4)</a:t>
            </a:r>
          </a:p>
        </p:txBody>
      </p:sp>
      <p:sp>
        <p:nvSpPr>
          <p:cNvPr id="9" name="Oval 8"/>
          <p:cNvSpPr/>
          <p:nvPr/>
        </p:nvSpPr>
        <p:spPr>
          <a:xfrm>
            <a:off x="6756410" y="4184082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982706" y="4188700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459181" y="4099870"/>
            <a:ext cx="1233056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Hash(1,2)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35850" y="4983018"/>
            <a:ext cx="1039683" cy="6325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  (</a:t>
            </a:r>
            <a:r>
              <a:rPr lang="en-US" dirty="0" err="1"/>
              <a:t>Tx</a:t>
            </a:r>
            <a:r>
              <a:rPr lang="en-US" dirty="0"/>
              <a:t> n-1)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16878" y="4983018"/>
            <a:ext cx="950132" cy="632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 (</a:t>
            </a:r>
            <a:r>
              <a:rPr lang="en-US" dirty="0" err="1"/>
              <a:t>Tx</a:t>
            </a:r>
            <a:r>
              <a:rPr lang="en-US" dirty="0"/>
              <a:t> 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0526" y="4027208"/>
            <a:ext cx="1233056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Hash(3,4)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76493" y="4109255"/>
            <a:ext cx="1595584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Hash(n-1,n)</a:t>
            </a:r>
          </a:p>
        </p:txBody>
      </p:sp>
      <p:cxnSp>
        <p:nvCxnSpPr>
          <p:cNvPr id="32" name="Straight Connector 31"/>
          <p:cNvCxnSpPr>
            <a:stCxn id="5" idx="0"/>
            <a:endCxn id="11" idx="2"/>
          </p:cNvCxnSpPr>
          <p:nvPr/>
        </p:nvCxnSpPr>
        <p:spPr>
          <a:xfrm flipV="1">
            <a:off x="2522105" y="4533979"/>
            <a:ext cx="553604" cy="4536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6" idx="0"/>
            <a:endCxn id="11" idx="2"/>
          </p:cNvCxnSpPr>
          <p:nvPr/>
        </p:nvCxnSpPr>
        <p:spPr>
          <a:xfrm flipH="1" flipV="1">
            <a:off x="3075710" y="4533979"/>
            <a:ext cx="369455" cy="4652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7" idx="0"/>
            <a:endCxn id="29" idx="2"/>
          </p:cNvCxnSpPr>
          <p:nvPr/>
        </p:nvCxnSpPr>
        <p:spPr>
          <a:xfrm flipV="1">
            <a:off x="4701888" y="4461317"/>
            <a:ext cx="595167" cy="4986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8" idx="0"/>
            <a:endCxn id="29" idx="2"/>
          </p:cNvCxnSpPr>
          <p:nvPr/>
        </p:nvCxnSpPr>
        <p:spPr>
          <a:xfrm flipH="1" flipV="1">
            <a:off x="5297055" y="4461316"/>
            <a:ext cx="379271" cy="4986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7" idx="0"/>
            <a:endCxn id="30" idx="2"/>
          </p:cNvCxnSpPr>
          <p:nvPr/>
        </p:nvCxnSpPr>
        <p:spPr>
          <a:xfrm flipV="1">
            <a:off x="8355691" y="4543364"/>
            <a:ext cx="618594" cy="4396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28" idx="0"/>
            <a:endCxn id="30" idx="2"/>
          </p:cNvCxnSpPr>
          <p:nvPr/>
        </p:nvCxnSpPr>
        <p:spPr>
          <a:xfrm flipH="1" flipV="1">
            <a:off x="8974286" y="4543363"/>
            <a:ext cx="617659" cy="4396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516746" y="3365577"/>
            <a:ext cx="1233056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 (…)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14312" y="3360960"/>
            <a:ext cx="1233056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Hash(…)</a:t>
            </a:r>
          </a:p>
        </p:txBody>
      </p:sp>
      <p:cxnSp>
        <p:nvCxnSpPr>
          <p:cNvPr id="46" name="Straight Connector 45"/>
          <p:cNvCxnSpPr>
            <a:stCxn id="11" idx="0"/>
            <a:endCxn id="43" idx="2"/>
          </p:cNvCxnSpPr>
          <p:nvPr/>
        </p:nvCxnSpPr>
        <p:spPr>
          <a:xfrm flipV="1">
            <a:off x="3075710" y="3799685"/>
            <a:ext cx="1057565" cy="3001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29" idx="0"/>
            <a:endCxn id="43" idx="2"/>
          </p:cNvCxnSpPr>
          <p:nvPr/>
        </p:nvCxnSpPr>
        <p:spPr>
          <a:xfrm flipH="1" flipV="1">
            <a:off x="4133274" y="3799685"/>
            <a:ext cx="1163780" cy="2275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30" idx="0"/>
            <a:endCxn id="44" idx="2"/>
          </p:cNvCxnSpPr>
          <p:nvPr/>
        </p:nvCxnSpPr>
        <p:spPr>
          <a:xfrm flipH="1" flipV="1">
            <a:off x="7730841" y="3795068"/>
            <a:ext cx="1243445" cy="3141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4" idx="2"/>
          </p:cNvCxnSpPr>
          <p:nvPr/>
        </p:nvCxnSpPr>
        <p:spPr>
          <a:xfrm flipH="1">
            <a:off x="6972818" y="3795068"/>
            <a:ext cx="758022" cy="3141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071342" y="2401456"/>
            <a:ext cx="1615785" cy="6113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Merkle</a:t>
            </a:r>
            <a:r>
              <a:rPr lang="en-US" dirty="0"/>
              <a:t> Root Hash</a:t>
            </a:r>
          </a:p>
        </p:txBody>
      </p:sp>
      <p:cxnSp>
        <p:nvCxnSpPr>
          <p:cNvPr id="56" name="Straight Connector 55"/>
          <p:cNvCxnSpPr>
            <a:stCxn id="44" idx="0"/>
            <a:endCxn id="53" idx="2"/>
          </p:cNvCxnSpPr>
          <p:nvPr/>
        </p:nvCxnSpPr>
        <p:spPr>
          <a:xfrm flipH="1" flipV="1">
            <a:off x="5879234" y="3012809"/>
            <a:ext cx="1851606" cy="3481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43" idx="0"/>
            <a:endCxn id="53" idx="2"/>
          </p:cNvCxnSpPr>
          <p:nvPr/>
        </p:nvCxnSpPr>
        <p:spPr>
          <a:xfrm flipV="1">
            <a:off x="4133274" y="3012808"/>
            <a:ext cx="1745960" cy="3527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6908810" y="5149280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7135106" y="5153898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2129561" y="6026761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052620" y="6038289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09343" y="5999013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83781" y="5999012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12547" y="6022104"/>
            <a:ext cx="845713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n-1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93789" y="6022103"/>
            <a:ext cx="738909" cy="4341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Tx</a:t>
            </a:r>
            <a:r>
              <a:rPr lang="en-US" dirty="0"/>
              <a:t> n</a:t>
            </a:r>
          </a:p>
        </p:txBody>
      </p:sp>
      <p:sp>
        <p:nvSpPr>
          <p:cNvPr id="79" name="Oval 78"/>
          <p:cNvSpPr/>
          <p:nvPr/>
        </p:nvSpPr>
        <p:spPr>
          <a:xfrm>
            <a:off x="6885720" y="6188365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7112016" y="6192983"/>
            <a:ext cx="64008" cy="64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709186" y="1981207"/>
            <a:ext cx="3574595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Verify that some transaction, say </a:t>
            </a:r>
            <a:r>
              <a:rPr lang="en-US" dirty="0" err="1"/>
              <a:t>Tx</a:t>
            </a:r>
            <a:r>
              <a:rPr lang="en-US" dirty="0"/>
              <a:t> 2, is included in some block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7835850" y="1956722"/>
                <a:ext cx="2333387" cy="3847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850" y="1956722"/>
                <a:ext cx="2333387" cy="384721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D37DE9A-429F-EC57-DE2A-2B1B65281F28}"/>
              </a:ext>
            </a:extLst>
          </p:cNvPr>
          <p:cNvSpPr/>
          <p:nvPr/>
        </p:nvSpPr>
        <p:spPr>
          <a:xfrm>
            <a:off x="8114738" y="1176544"/>
            <a:ext cx="1657926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94B190-715E-56AA-F1BB-B01C66315205}"/>
              </a:ext>
            </a:extLst>
          </p:cNvPr>
          <p:cNvSpPr/>
          <p:nvPr/>
        </p:nvSpPr>
        <p:spPr>
          <a:xfrm>
            <a:off x="2133527" y="1194985"/>
            <a:ext cx="1657926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Prev. Block Hash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F863AC-DFB9-2C67-3DBA-75A2BCF6E9F9}"/>
              </a:ext>
            </a:extLst>
          </p:cNvPr>
          <p:cNvSpPr/>
          <p:nvPr/>
        </p:nvSpPr>
        <p:spPr>
          <a:xfrm>
            <a:off x="4913998" y="1198394"/>
            <a:ext cx="2078197" cy="6419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Aggregate Transaction Hash</a:t>
            </a:r>
          </a:p>
        </p:txBody>
      </p:sp>
    </p:spTree>
    <p:extLst>
      <p:ext uri="{BB962C8B-B14F-4D97-AF65-F5344CB8AC3E}">
        <p14:creationId xmlns:p14="http://schemas.microsoft.com/office/powerpoint/2010/main" val="165354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2" grpId="0" animBg="1"/>
      <p:bldP spid="13" grpId="0" animBg="1"/>
      <p:bldP spid="1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6DD3C-F7D6-0CEA-706F-D0C23FAA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Merkle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92581-2055-6BC9-B73F-E2B20F548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Summarizes transactions</a:t>
            </a:r>
            <a:endParaRPr lang="en-GB" dirty="0"/>
          </a:p>
          <a:p>
            <a:pPr lvl="1"/>
            <a:r>
              <a:rPr lang="en-GB" dirty="0"/>
              <a:t>All transactions in a block are combined into one hash (the </a:t>
            </a:r>
            <a:r>
              <a:rPr lang="en-GB" b="1" dirty="0"/>
              <a:t>Merkle root</a:t>
            </a:r>
            <a:r>
              <a:rPr lang="en-GB" dirty="0"/>
              <a:t>) stored in the block header.</a:t>
            </a:r>
          </a:p>
          <a:p>
            <a:r>
              <a:rPr lang="en-GB" b="1" dirty="0"/>
              <a:t>Enables lightweight verification (SPV)</a:t>
            </a:r>
            <a:endParaRPr lang="en-GB" dirty="0"/>
          </a:p>
          <a:p>
            <a:pPr lvl="1"/>
            <a:r>
              <a:rPr lang="en-GB" dirty="0"/>
              <a:t>Clients can verify a transaction is in a block using a </a:t>
            </a:r>
            <a:r>
              <a:rPr lang="en-GB" b="1" dirty="0"/>
              <a:t>Merkle proof</a:t>
            </a:r>
            <a:r>
              <a:rPr lang="en-GB" dirty="0"/>
              <a:t> (only log₂(N) hashes, not the whole block).</a:t>
            </a:r>
          </a:p>
          <a:p>
            <a:r>
              <a:rPr lang="en-GB" b="1" dirty="0"/>
              <a:t>Detects tampering</a:t>
            </a:r>
            <a:endParaRPr lang="en-GB" dirty="0"/>
          </a:p>
          <a:p>
            <a:pPr lvl="1"/>
            <a:r>
              <a:rPr lang="en-GB" dirty="0"/>
              <a:t>Changing even one transaction alters the Merkle root → invalidates the block.</a:t>
            </a:r>
          </a:p>
          <a:p>
            <a:r>
              <a:rPr lang="en-GB" b="1" dirty="0"/>
              <a:t>Improves scalability</a:t>
            </a:r>
            <a:endParaRPr lang="en-GB" dirty="0"/>
          </a:p>
          <a:p>
            <a:pPr lvl="1"/>
            <a:r>
              <a:rPr lang="en-GB" dirty="0"/>
              <a:t>Proof size is small (≈ log₂(N)), even if the block has thousands of transactions.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7233A-E90D-B88B-29ED-C1180E69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C241-7286-4066-AAE4-0801D26EA29E}" type="slidenum">
              <a:rPr lang="aa-ET" smtClean="0"/>
              <a:t>67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83038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5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Theme_Ayesh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Ayesha" id="{AE0499E2-76F2-4F63-850D-D79D88549216}" vid="{195E5D1D-B7AE-4F98-A698-07C9495039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Theme_Ayesha</Template>
  <TotalTime>7842</TotalTime>
  <Words>4642</Words>
  <Application>Microsoft Office PowerPoint</Application>
  <PresentationFormat>Widescreen</PresentationFormat>
  <Paragraphs>1340</Paragraphs>
  <Slides>67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67</vt:i4>
      </vt:variant>
    </vt:vector>
  </HeadingPairs>
  <TitlesOfParts>
    <vt:vector size="75" baseType="lpstr">
      <vt:lpstr>Arial</vt:lpstr>
      <vt:lpstr>Calibri</vt:lpstr>
      <vt:lpstr>Cambria Math</vt:lpstr>
      <vt:lpstr>Candara</vt:lpstr>
      <vt:lpstr>System Font Regular</vt:lpstr>
      <vt:lpstr>Wingdings</vt:lpstr>
      <vt:lpstr>Theme_Ayesha</vt:lpstr>
      <vt:lpstr>Office Theme</vt:lpstr>
      <vt:lpstr>Introduction to Blockchain  CSE-355</vt:lpstr>
      <vt:lpstr>Lecture 11 Tuesday, Feb 24, 2026</vt:lpstr>
      <vt:lpstr>Bitcoin Transaction (legacy)</vt:lpstr>
      <vt:lpstr>Bitcoin Transaction (legacy)</vt:lpstr>
      <vt:lpstr>Bitcoin Transaction (legacy)</vt:lpstr>
      <vt:lpstr>Bitcoin Transaction (legacy)</vt:lpstr>
      <vt:lpstr>Bitcoin Transaction (legacy)</vt:lpstr>
      <vt:lpstr>Bitcoin Transaction (legacy)</vt:lpstr>
      <vt:lpstr>Bitcoin Transaction (legacy)</vt:lpstr>
      <vt:lpstr>Bitcoin Transaction (legacy)</vt:lpstr>
      <vt:lpstr>Bitcoin Transaction (legacy)</vt:lpstr>
      <vt:lpstr>Bitcoin Transaction (legacy)</vt:lpstr>
      <vt:lpstr>Bitcoin Transaction (legacy)</vt:lpstr>
      <vt:lpstr>Bitcoin Transaction (legacy)</vt:lpstr>
      <vt:lpstr>Why Transaction Malleability is an issue?</vt:lpstr>
      <vt:lpstr>Why Transaction Malleability is an issue?</vt:lpstr>
      <vt:lpstr>How to prevent transaction malleability?</vt:lpstr>
      <vt:lpstr>Bitcoin – legacy vs. SegWit Transactions</vt:lpstr>
      <vt:lpstr>SegWit Transaction</vt:lpstr>
      <vt:lpstr>SegWit Transaction – P2WPKH </vt:lpstr>
      <vt:lpstr>SegWit Transaction – P2WPKH </vt:lpstr>
      <vt:lpstr>Execution – P2WPKH</vt:lpstr>
      <vt:lpstr>Execution – P2WPKH</vt:lpstr>
      <vt:lpstr>Execution  – P2WPKH</vt:lpstr>
      <vt:lpstr>Execution  – P2WPKH</vt:lpstr>
      <vt:lpstr>Execution – P2WPKH</vt:lpstr>
      <vt:lpstr>Execution  – P2WPKH</vt:lpstr>
      <vt:lpstr>Execution  – P2WPKH</vt:lpstr>
      <vt:lpstr>Execution  – P2WPKH</vt:lpstr>
      <vt:lpstr>Execution  – P2WPKH</vt:lpstr>
      <vt:lpstr>Execution  – P2WPKH</vt:lpstr>
      <vt:lpstr>Execution  – P2WPKH</vt:lpstr>
      <vt:lpstr>SegWit Transaction – P2WPKH </vt:lpstr>
      <vt:lpstr>Lecture 12 Thursday, Feb 26, 2026</vt:lpstr>
      <vt:lpstr>Multisig Transaction</vt:lpstr>
      <vt:lpstr>Multisig Transaction – How it works?</vt:lpstr>
      <vt:lpstr>Multisig Transaction - Format</vt:lpstr>
      <vt:lpstr>Multisig Transaction – Execution</vt:lpstr>
      <vt:lpstr>Multisig Transaction – Execution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Mutisig Execution – P2WSH</vt:lpstr>
      <vt:lpstr>Multisig Transaction – Execution</vt:lpstr>
      <vt:lpstr>Bitcoin Transaction</vt:lpstr>
      <vt:lpstr>Block Hash</vt:lpstr>
      <vt:lpstr>Block Hash</vt:lpstr>
      <vt:lpstr>Block Hash – Merkle tree</vt:lpstr>
      <vt:lpstr>Block Hash – Merkle tree</vt:lpstr>
      <vt:lpstr>Merkle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Fault Management in Business Processes</dc:title>
  <dc:creator>Muhammad Adeel Zahid</dc:creator>
  <cp:lastModifiedBy>Dr. Ahmed Akhtar / Assistant Professor</cp:lastModifiedBy>
  <cp:revision>145</cp:revision>
  <cp:lastPrinted>2025-09-25T13:46:33Z</cp:lastPrinted>
  <dcterms:created xsi:type="dcterms:W3CDTF">2019-06-07T14:41:21Z</dcterms:created>
  <dcterms:modified xsi:type="dcterms:W3CDTF">2026-02-27T10:51:32Z</dcterms:modified>
</cp:coreProperties>
</file>